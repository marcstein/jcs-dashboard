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5"/>
  </p:notesMasterIdLst>
  <p:handoutMasterIdLst>
    <p:handoutMasterId r:id="rId16"/>
  </p:handoutMasterIdLst>
  <p:sldIdLst>
    <p:sldId id="322" r:id="rId5"/>
    <p:sldId id="321" r:id="rId6"/>
    <p:sldId id="320" r:id="rId7"/>
    <p:sldId id="318" r:id="rId8"/>
    <p:sldId id="324" r:id="rId9"/>
    <p:sldId id="317" r:id="rId10"/>
    <p:sldId id="316" r:id="rId11"/>
    <p:sldId id="315" r:id="rId12"/>
    <p:sldId id="314" r:id="rId13"/>
    <p:sldId id="312"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5B8BF"/>
    <a:srgbClr val="58696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0E3FDE45-AF77-4B5C-9715-49D594BDF05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6" autoAdjust="0"/>
    <p:restoredTop sz="95388" autoAdjust="0"/>
  </p:normalViewPr>
  <p:slideViewPr>
    <p:cSldViewPr snapToGrid="0">
      <p:cViewPr varScale="1">
        <p:scale>
          <a:sx n="116" d="100"/>
          <a:sy n="116" d="100"/>
        </p:scale>
        <p:origin x="715" y="67"/>
      </p:cViewPr>
      <p:guideLst/>
    </p:cSldViewPr>
  </p:slideViewPr>
  <p:outlineViewPr>
    <p:cViewPr>
      <p:scale>
        <a:sx n="33" d="100"/>
        <a:sy n="33" d="100"/>
      </p:scale>
      <p:origin x="0" y="-7776"/>
    </p:cViewPr>
  </p:outlineViewPr>
  <p:notesTextViewPr>
    <p:cViewPr>
      <p:scale>
        <a:sx n="1" d="1"/>
        <a:sy n="1" d="1"/>
      </p:scale>
      <p:origin x="0" y="0"/>
    </p:cViewPr>
  </p:notesTextViewPr>
  <p:sorterViewPr>
    <p:cViewPr>
      <p:scale>
        <a:sx n="100" d="100"/>
        <a:sy n="100" d="100"/>
      </p:scale>
      <p:origin x="0" y="0"/>
    </p:cViewPr>
  </p:sorterViewPr>
  <p:notesViewPr>
    <p:cSldViewPr snapToGrid="0">
      <p:cViewPr>
        <p:scale>
          <a:sx n="1" d="2"/>
          <a:sy n="1" d="2"/>
        </p:scale>
        <p:origin x="3480" y="55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viewProps" Target="viewProps.xml"/><Relationship Id="rId3" Type="http://schemas.openxmlformats.org/officeDocument/2006/relationships/customXml" Target="../customXml/item3.xml"/><Relationship Id="rId21" Type="http://schemas.microsoft.com/office/2018/10/relationships/authors" Target="author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handoutMaster" Target="handoutMasters/handoutMaster1.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51A50702-3C68-4B14-B819-72B57D27F94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EF0F4880-E690-44D0-8356-A9E7BDBAB098}"/>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BE6205E-B305-4B90-9534-3C5E99A0275E}" type="datetimeFigureOut">
              <a:rPr lang="en-US" smtClean="0"/>
              <a:t>12/17/2025</a:t>
            </a:fld>
            <a:endParaRPr lang="en-US" dirty="0"/>
          </a:p>
        </p:txBody>
      </p:sp>
      <p:sp>
        <p:nvSpPr>
          <p:cNvPr id="4" name="Footer Placeholder 3">
            <a:extLst>
              <a:ext uri="{FF2B5EF4-FFF2-40B4-BE49-F238E27FC236}">
                <a16:creationId xmlns:a16="http://schemas.microsoft.com/office/drawing/2014/main" id="{26B4ACF6-39FD-4B08-A7D5-5BFDC37B4625}"/>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AF7C9FD2-2C57-4DE7-8EA4-86DEE80B988D}"/>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0AC623C-86E0-4A85-83FB-F4A716956FD4}" type="slidenum">
              <a:rPr lang="en-US" smtClean="0"/>
              <a:t>‹#›</a:t>
            </a:fld>
            <a:endParaRPr lang="en-US" dirty="0"/>
          </a:p>
        </p:txBody>
      </p:sp>
    </p:spTree>
    <p:extLst>
      <p:ext uri="{BB962C8B-B14F-4D97-AF65-F5344CB8AC3E}">
        <p14:creationId xmlns:p14="http://schemas.microsoft.com/office/powerpoint/2010/main" val="169395559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33722F1-E430-42A1-A473-1759336AECCE}" type="datetimeFigureOut">
              <a:rPr lang="en-US" smtClean="0"/>
              <a:t>12/17/2025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37D7554-D10C-4E29-B8E6-BB7111FA614F}" type="slidenum">
              <a:rPr lang="en-US" smtClean="0"/>
              <a:t>‹#›</a:t>
            </a:fld>
            <a:endParaRPr lang="en-US" dirty="0"/>
          </a:p>
        </p:txBody>
      </p:sp>
    </p:spTree>
    <p:extLst>
      <p:ext uri="{BB962C8B-B14F-4D97-AF65-F5344CB8AC3E}">
        <p14:creationId xmlns:p14="http://schemas.microsoft.com/office/powerpoint/2010/main" val="35173470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1">
    <p:bg>
      <p:bgPr>
        <a:solidFill>
          <a:schemeClr val="accent2">
            <a:lumMod val="50000"/>
          </a:schemeClr>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1B5E70F-EF03-B535-2505-BC971E3BC36D}"/>
              </a:ext>
              <a:ext uri="{C183D7F6-B498-43B3-948B-1728B52AA6E4}">
                <adec:decorative xmlns:adec="http://schemas.microsoft.com/office/drawing/2017/decorative" val="1"/>
              </a:ext>
            </a:extLst>
          </p:cNvPr>
          <p:cNvSpPr/>
          <p:nvPr userDrawn="1"/>
        </p:nvSpPr>
        <p:spPr>
          <a:xfrm>
            <a:off x="0" y="5943600"/>
            <a:ext cx="914400" cy="914400"/>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3" name="Straight Connector 2">
            <a:extLst>
              <a:ext uri="{FF2B5EF4-FFF2-40B4-BE49-F238E27FC236}">
                <a16:creationId xmlns:a16="http://schemas.microsoft.com/office/drawing/2014/main" id="{8794424E-93DD-A404-D05E-EF6030A76D3B}"/>
              </a:ext>
              <a:ext uri="{C183D7F6-B498-43B3-948B-1728B52AA6E4}">
                <adec:decorative xmlns:adec="http://schemas.microsoft.com/office/drawing/2017/decorative" val="1"/>
              </a:ext>
            </a:extLst>
          </p:cNvPr>
          <p:cNvCxnSpPr>
            <a:cxnSpLocks/>
          </p:cNvCxnSpPr>
          <p:nvPr userDrawn="1"/>
        </p:nvCxnSpPr>
        <p:spPr>
          <a:xfrm>
            <a:off x="896628" y="0"/>
            <a:ext cx="0" cy="6858000"/>
          </a:xfrm>
          <a:prstGeom prst="line">
            <a:avLst/>
          </a:prstGeom>
          <a:ln w="19050">
            <a:solidFill>
              <a:schemeClr val="accent5">
                <a:lumMod val="20000"/>
                <a:lumOff val="80000"/>
              </a:schemeClr>
            </a:solidFill>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B03A3B6B-5129-A46A-A20C-5D7BC706C9B1}"/>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itle 7">
            <a:extLst>
              <a:ext uri="{FF2B5EF4-FFF2-40B4-BE49-F238E27FC236}">
                <a16:creationId xmlns:a16="http://schemas.microsoft.com/office/drawing/2014/main" id="{24E401A1-8CEE-5E1B-343B-D737433AE63F}"/>
              </a:ext>
            </a:extLst>
          </p:cNvPr>
          <p:cNvSpPr>
            <a:spLocks noGrp="1"/>
          </p:cNvSpPr>
          <p:nvPr>
            <p:ph type="title" hasCustomPrompt="1"/>
          </p:nvPr>
        </p:nvSpPr>
        <p:spPr>
          <a:xfrm>
            <a:off x="1317615" y="690511"/>
            <a:ext cx="5185821" cy="5253089"/>
          </a:xfrm>
        </p:spPr>
        <p:txBody>
          <a:bodyPr anchor="b">
            <a:normAutofit/>
          </a:bodyPr>
          <a:lstStyle>
            <a:lvl1pPr>
              <a:defRPr sz="6000">
                <a:solidFill>
                  <a:schemeClr val="bg1"/>
                </a:solidFill>
              </a:defRPr>
            </a:lvl1pPr>
          </a:lstStyle>
          <a:p>
            <a:r>
              <a:rPr lang="en-US" dirty="0"/>
              <a:t>Click to add title</a:t>
            </a:r>
          </a:p>
        </p:txBody>
      </p:sp>
    </p:spTree>
    <p:extLst>
      <p:ext uri="{BB962C8B-B14F-4D97-AF65-F5344CB8AC3E}">
        <p14:creationId xmlns:p14="http://schemas.microsoft.com/office/powerpoint/2010/main" val="17845559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1">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75B3424C-4925-A7F7-02CD-84526B2E22EF}"/>
              </a:ext>
            </a:extLst>
          </p:cNvPr>
          <p:cNvSpPr>
            <a:spLocks noGrp="1"/>
          </p:cNvSpPr>
          <p:nvPr>
            <p:ph type="title" hasCustomPrompt="1"/>
          </p:nvPr>
        </p:nvSpPr>
        <p:spPr>
          <a:xfrm>
            <a:off x="1455583" y="737115"/>
            <a:ext cx="4640418" cy="5407091"/>
          </a:xfrm>
        </p:spPr>
        <p:txBody>
          <a:bodyPr lIns="0">
            <a:normAutofit/>
          </a:bodyPr>
          <a:lstStyle>
            <a:lvl1pPr>
              <a:defRPr sz="3600"/>
            </a:lvl1pPr>
          </a:lstStyle>
          <a:p>
            <a:r>
              <a:rPr lang="en-US" dirty="0"/>
              <a:t>Click to add title</a:t>
            </a:r>
          </a:p>
        </p:txBody>
      </p:sp>
      <p:sp>
        <p:nvSpPr>
          <p:cNvPr id="2" name="Content Placeholder 7">
            <a:extLst>
              <a:ext uri="{FF2B5EF4-FFF2-40B4-BE49-F238E27FC236}">
                <a16:creationId xmlns:a16="http://schemas.microsoft.com/office/drawing/2014/main" id="{AEA3C42D-C3E7-4F13-63E2-96D7A3B21113}"/>
              </a:ext>
            </a:extLst>
          </p:cNvPr>
          <p:cNvSpPr>
            <a:spLocks noGrp="1"/>
          </p:cNvSpPr>
          <p:nvPr>
            <p:ph sz="quarter" idx="12" hasCustomPrompt="1"/>
          </p:nvPr>
        </p:nvSpPr>
        <p:spPr>
          <a:xfrm>
            <a:off x="6388461" y="737115"/>
            <a:ext cx="4449712" cy="5407091"/>
          </a:xfrm>
        </p:spPr>
        <p:txBody>
          <a:bodyPr lIns="0" tIns="0" rIns="0" bIns="0" anchor="ctr">
            <a:normAutofit/>
          </a:bodyPr>
          <a:lstStyle>
            <a:lvl1pPr marL="228600" indent="-228600">
              <a:lnSpc>
                <a:spcPct val="100000"/>
              </a:lnSpc>
              <a:spcBef>
                <a:spcPts val="0"/>
              </a:spcBef>
              <a:spcAft>
                <a:spcPts val="1200"/>
              </a:spcAft>
              <a:buFont typeface="Arial" panose="020B0604020202020204" pitchFamily="34" charset="0"/>
              <a:buChar char="•"/>
              <a:defRPr sz="2000"/>
            </a:lvl1pPr>
            <a:lvl2pPr marL="685800" indent="-228600">
              <a:lnSpc>
                <a:spcPct val="100000"/>
              </a:lnSpc>
              <a:spcBef>
                <a:spcPts val="0"/>
              </a:spcBef>
              <a:spcAft>
                <a:spcPts val="1200"/>
              </a:spcAft>
              <a:buFont typeface="Arial" panose="020B0604020202020204" pitchFamily="34" charset="0"/>
              <a:buChar char="•"/>
              <a:defRPr sz="2000"/>
            </a:lvl2pPr>
            <a:lvl3pPr marL="1143000" indent="-228600">
              <a:spcBef>
                <a:spcPts val="0"/>
              </a:spcBef>
              <a:spcAft>
                <a:spcPts val="1200"/>
              </a:spcAft>
              <a:buFont typeface="Arial" panose="020B0604020202020204" pitchFamily="34" charset="0"/>
              <a:buChar char="•"/>
              <a:defRPr sz="2000"/>
            </a:lvl3pPr>
            <a:lvl4pPr marL="1600200" indent="-228600">
              <a:spcBef>
                <a:spcPts val="0"/>
              </a:spcBef>
              <a:spcAft>
                <a:spcPts val="1200"/>
              </a:spcAft>
              <a:buFont typeface="Arial" panose="020B0604020202020204" pitchFamily="34" charset="0"/>
              <a:buChar char="•"/>
              <a:defRPr sz="2000"/>
            </a:lvl4pPr>
            <a:lvl5pPr marL="2057400" indent="-228600">
              <a:spcBef>
                <a:spcPts val="0"/>
              </a:spcBef>
              <a:spcAft>
                <a:spcPts val="1200"/>
              </a:spcAft>
              <a:buFont typeface="Arial" panose="020B0604020202020204" pitchFamily="34" charset="0"/>
              <a:buChar char="•"/>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3" name="Straight Connector 2">
            <a:extLst>
              <a:ext uri="{FF2B5EF4-FFF2-40B4-BE49-F238E27FC236}">
                <a16:creationId xmlns:a16="http://schemas.microsoft.com/office/drawing/2014/main" id="{45FE61D9-DA99-9DA5-5DD2-C4118066CA63}"/>
              </a:ext>
              <a:ext uri="{C183D7F6-B498-43B3-948B-1728B52AA6E4}">
                <adec:decorative xmlns:adec="http://schemas.microsoft.com/office/drawing/2017/decorative" val="1"/>
              </a:ext>
            </a:extLst>
          </p:cNvPr>
          <p:cNvCxnSpPr>
            <a:cxnSpLocks/>
          </p:cNvCxnSpPr>
          <p:nvPr userDrawn="1"/>
        </p:nvCxnSpPr>
        <p:spPr>
          <a:xfrm>
            <a:off x="896628" y="0"/>
            <a:ext cx="0" cy="5943600"/>
          </a:xfrm>
          <a:prstGeom prst="line">
            <a:avLst/>
          </a:prstGeom>
          <a:ln w="19050">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sp>
        <p:nvSpPr>
          <p:cNvPr id="8" name="Rectangle 7">
            <a:extLst>
              <a:ext uri="{FF2B5EF4-FFF2-40B4-BE49-F238E27FC236}">
                <a16:creationId xmlns:a16="http://schemas.microsoft.com/office/drawing/2014/main" id="{CE64603E-965E-E3BF-203B-F4D99428203D}"/>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Slide Number Placeholder 5">
            <a:extLst>
              <a:ext uri="{FF2B5EF4-FFF2-40B4-BE49-F238E27FC236}">
                <a16:creationId xmlns:a16="http://schemas.microsoft.com/office/drawing/2014/main" id="{4E9F5D75-1D8F-F695-81F8-4A6D0C678215}"/>
              </a:ext>
            </a:extLst>
          </p:cNvPr>
          <p:cNvSpPr>
            <a:spLocks noGrp="1"/>
          </p:cNvSpPr>
          <p:nvPr>
            <p:ph type="sldNum" sz="quarter" idx="15"/>
          </p:nvPr>
        </p:nvSpPr>
        <p:spPr>
          <a:xfrm>
            <a:off x="412136" y="5943601"/>
            <a:ext cx="968983" cy="651912"/>
          </a:xfrm>
        </p:spPr>
        <p:txBody>
          <a:bodyPr/>
          <a:lstStyle/>
          <a:p>
            <a:fld id="{18D65601-5AE2-46FC-B138-694DDD2B510D}" type="slidenum">
              <a:rPr lang="en-US" smtClean="0"/>
              <a:pPr/>
              <a:t>‹#›</a:t>
            </a:fld>
            <a:endParaRPr lang="en-US" dirty="0"/>
          </a:p>
        </p:txBody>
      </p:sp>
    </p:spTree>
    <p:extLst>
      <p:ext uri="{BB962C8B-B14F-4D97-AF65-F5344CB8AC3E}">
        <p14:creationId xmlns:p14="http://schemas.microsoft.com/office/powerpoint/2010/main" val="32772451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Picture">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BB6B956C-A124-5A7C-EBD4-CBB618B9BC1D}"/>
              </a:ext>
            </a:extLst>
          </p:cNvPr>
          <p:cNvSpPr>
            <a:spLocks noGrp="1"/>
          </p:cNvSpPr>
          <p:nvPr>
            <p:ph type="title" hasCustomPrompt="1"/>
          </p:nvPr>
        </p:nvSpPr>
        <p:spPr>
          <a:xfrm>
            <a:off x="1353827" y="1278294"/>
            <a:ext cx="5000318" cy="4904141"/>
          </a:xfrm>
        </p:spPr>
        <p:txBody>
          <a:bodyPr anchor="b">
            <a:normAutofit/>
          </a:bodyPr>
          <a:lstStyle>
            <a:lvl1pPr>
              <a:defRPr sz="3600"/>
            </a:lvl1pPr>
          </a:lstStyle>
          <a:p>
            <a:r>
              <a:rPr lang="en-US" dirty="0"/>
              <a:t>Click to add title</a:t>
            </a:r>
          </a:p>
        </p:txBody>
      </p:sp>
      <p:sp>
        <p:nvSpPr>
          <p:cNvPr id="12" name="Picture Placeholder 11">
            <a:extLst>
              <a:ext uri="{FF2B5EF4-FFF2-40B4-BE49-F238E27FC236}">
                <a16:creationId xmlns:a16="http://schemas.microsoft.com/office/drawing/2014/main" id="{2B92702B-E14C-886C-445A-349265F37592}"/>
              </a:ext>
            </a:extLst>
          </p:cNvPr>
          <p:cNvSpPr>
            <a:spLocks noGrp="1"/>
          </p:cNvSpPr>
          <p:nvPr>
            <p:ph type="pic" sz="quarter" idx="13"/>
          </p:nvPr>
        </p:nvSpPr>
        <p:spPr>
          <a:xfrm>
            <a:off x="6642169" y="-1"/>
            <a:ext cx="4635426" cy="6857999"/>
          </a:xfrm>
        </p:spPr>
        <p:txBody>
          <a:bodyPr>
            <a:normAutofit/>
          </a:bodyPr>
          <a:lstStyle>
            <a:lvl1pPr marL="0" indent="0" algn="ctr">
              <a:buNone/>
              <a:defRPr sz="2000"/>
            </a:lvl1pPr>
          </a:lstStyle>
          <a:p>
            <a:r>
              <a:rPr lang="en-US"/>
              <a:t>Click icon to add picture</a:t>
            </a:r>
            <a:endParaRPr lang="en-US" dirty="0"/>
          </a:p>
        </p:txBody>
      </p:sp>
      <p:sp>
        <p:nvSpPr>
          <p:cNvPr id="6" name="Rectangle 5">
            <a:extLst>
              <a:ext uri="{FF2B5EF4-FFF2-40B4-BE49-F238E27FC236}">
                <a16:creationId xmlns:a16="http://schemas.microsoft.com/office/drawing/2014/main" id="{49C76C37-CBD2-36CF-1413-53DD1CB4A545}"/>
              </a:ext>
              <a:ext uri="{C183D7F6-B498-43B3-948B-1728B52AA6E4}">
                <adec:decorative xmlns:adec="http://schemas.microsoft.com/office/drawing/2017/decorative" val="1"/>
              </a:ext>
            </a:extLst>
          </p:cNvPr>
          <p:cNvSpPr/>
          <p:nvPr userDrawn="1"/>
        </p:nvSpPr>
        <p:spPr>
          <a:xfrm>
            <a:off x="0" y="5943600"/>
            <a:ext cx="914400" cy="914400"/>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510D1AAD-E663-5B8E-CE72-64C1DBF19CE0}"/>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8" name="Straight Connector 7">
            <a:extLst>
              <a:ext uri="{FF2B5EF4-FFF2-40B4-BE49-F238E27FC236}">
                <a16:creationId xmlns:a16="http://schemas.microsoft.com/office/drawing/2014/main" id="{EC250190-89C1-EAA3-6C2A-15A60C6754F5}"/>
              </a:ext>
              <a:ext uri="{C183D7F6-B498-43B3-948B-1728B52AA6E4}">
                <adec:decorative xmlns:adec="http://schemas.microsoft.com/office/drawing/2017/decorative" val="1"/>
              </a:ext>
            </a:extLst>
          </p:cNvPr>
          <p:cNvCxnSpPr>
            <a:cxnSpLocks/>
          </p:cNvCxnSpPr>
          <p:nvPr userDrawn="1"/>
        </p:nvCxnSpPr>
        <p:spPr>
          <a:xfrm>
            <a:off x="896628" y="0"/>
            <a:ext cx="0" cy="6858000"/>
          </a:xfrm>
          <a:prstGeom prst="line">
            <a:avLst/>
          </a:prstGeom>
          <a:ln w="19050">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490299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Subtitle">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BB6B956C-A124-5A7C-EBD4-CBB618B9BC1D}"/>
              </a:ext>
            </a:extLst>
          </p:cNvPr>
          <p:cNvSpPr>
            <a:spLocks noGrp="1"/>
          </p:cNvSpPr>
          <p:nvPr>
            <p:ph type="title" hasCustomPrompt="1"/>
          </p:nvPr>
        </p:nvSpPr>
        <p:spPr>
          <a:xfrm>
            <a:off x="1353827" y="3508311"/>
            <a:ext cx="9923770" cy="1438762"/>
          </a:xfrm>
        </p:spPr>
        <p:txBody>
          <a:bodyPr anchor="b">
            <a:normAutofit/>
          </a:bodyPr>
          <a:lstStyle>
            <a:lvl1pPr>
              <a:defRPr sz="3600"/>
            </a:lvl1pPr>
          </a:lstStyle>
          <a:p>
            <a:r>
              <a:rPr lang="en-US" dirty="0"/>
              <a:t>Click to add title</a:t>
            </a:r>
          </a:p>
        </p:txBody>
      </p:sp>
      <p:sp>
        <p:nvSpPr>
          <p:cNvPr id="12" name="Picture Placeholder 11">
            <a:extLst>
              <a:ext uri="{FF2B5EF4-FFF2-40B4-BE49-F238E27FC236}">
                <a16:creationId xmlns:a16="http://schemas.microsoft.com/office/drawing/2014/main" id="{2B92702B-E14C-886C-445A-349265F37592}"/>
              </a:ext>
            </a:extLst>
          </p:cNvPr>
          <p:cNvSpPr>
            <a:spLocks noGrp="1"/>
          </p:cNvSpPr>
          <p:nvPr>
            <p:ph type="pic" sz="quarter" idx="13"/>
          </p:nvPr>
        </p:nvSpPr>
        <p:spPr>
          <a:xfrm>
            <a:off x="915600" y="0"/>
            <a:ext cx="10361995" cy="3429000"/>
          </a:xfrm>
        </p:spPr>
        <p:txBody>
          <a:bodyPr>
            <a:normAutofit/>
          </a:bodyPr>
          <a:lstStyle>
            <a:lvl1pPr marL="0" indent="0" algn="ctr">
              <a:buNone/>
              <a:defRPr sz="2000"/>
            </a:lvl1pPr>
          </a:lstStyle>
          <a:p>
            <a:r>
              <a:rPr lang="en-US"/>
              <a:t>Click icon to add picture</a:t>
            </a:r>
            <a:endParaRPr lang="en-US" dirty="0"/>
          </a:p>
        </p:txBody>
      </p:sp>
      <p:sp>
        <p:nvSpPr>
          <p:cNvPr id="6" name="Rectangle 5">
            <a:extLst>
              <a:ext uri="{FF2B5EF4-FFF2-40B4-BE49-F238E27FC236}">
                <a16:creationId xmlns:a16="http://schemas.microsoft.com/office/drawing/2014/main" id="{49C76C37-CBD2-36CF-1413-53DD1CB4A545}"/>
              </a:ext>
              <a:ext uri="{C183D7F6-B498-43B3-948B-1728B52AA6E4}">
                <adec:decorative xmlns:adec="http://schemas.microsoft.com/office/drawing/2017/decorative" val="1"/>
              </a:ext>
            </a:extLst>
          </p:cNvPr>
          <p:cNvSpPr/>
          <p:nvPr userDrawn="1"/>
        </p:nvSpPr>
        <p:spPr>
          <a:xfrm>
            <a:off x="0" y="5943600"/>
            <a:ext cx="914400" cy="914400"/>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510D1AAD-E663-5B8E-CE72-64C1DBF19CE0}"/>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8" name="Straight Connector 7">
            <a:extLst>
              <a:ext uri="{FF2B5EF4-FFF2-40B4-BE49-F238E27FC236}">
                <a16:creationId xmlns:a16="http://schemas.microsoft.com/office/drawing/2014/main" id="{EC250190-89C1-EAA3-6C2A-15A60C6754F5}"/>
              </a:ext>
              <a:ext uri="{C183D7F6-B498-43B3-948B-1728B52AA6E4}">
                <adec:decorative xmlns:adec="http://schemas.microsoft.com/office/drawing/2017/decorative" val="1"/>
              </a:ext>
            </a:extLst>
          </p:cNvPr>
          <p:cNvCxnSpPr>
            <a:cxnSpLocks/>
          </p:cNvCxnSpPr>
          <p:nvPr userDrawn="1"/>
        </p:nvCxnSpPr>
        <p:spPr>
          <a:xfrm>
            <a:off x="896628" y="0"/>
            <a:ext cx="0" cy="6858000"/>
          </a:xfrm>
          <a:prstGeom prst="line">
            <a:avLst/>
          </a:prstGeom>
          <a:ln w="19050">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sp>
        <p:nvSpPr>
          <p:cNvPr id="10" name="Text Placeholder 12">
            <a:extLst>
              <a:ext uri="{FF2B5EF4-FFF2-40B4-BE49-F238E27FC236}">
                <a16:creationId xmlns:a16="http://schemas.microsoft.com/office/drawing/2014/main" id="{D179113D-0374-3934-841E-56AD5AFCF977}"/>
              </a:ext>
            </a:extLst>
          </p:cNvPr>
          <p:cNvSpPr>
            <a:spLocks noGrp="1"/>
          </p:cNvSpPr>
          <p:nvPr>
            <p:ph type="body" sz="quarter" idx="12" hasCustomPrompt="1"/>
          </p:nvPr>
        </p:nvSpPr>
        <p:spPr>
          <a:xfrm>
            <a:off x="1353828" y="5228488"/>
            <a:ext cx="9923770" cy="1368256"/>
          </a:xfrm>
          <a:prstGeom prst="rect">
            <a:avLst/>
          </a:prstGeom>
        </p:spPr>
        <p:txBody>
          <a:bodyPr anchor="t">
            <a:normAutofit/>
          </a:bodyPr>
          <a:lstStyle>
            <a:lvl1pPr marL="0" indent="0" algn="l">
              <a:lnSpc>
                <a:spcPct val="80000"/>
              </a:lnSpc>
              <a:spcBef>
                <a:spcPts val="0"/>
              </a:spcBef>
              <a:buNone/>
              <a:defRPr sz="2000" spc="0" baseline="0">
                <a:solidFill>
                  <a:schemeClr val="tx1"/>
                </a:solidFill>
                <a:latin typeface="+mn-lt"/>
              </a:defRPr>
            </a:lvl1pPr>
          </a:lstStyle>
          <a:p>
            <a:pPr lvl="0"/>
            <a:r>
              <a:rPr lang="en-US" dirty="0"/>
              <a:t>Click to add subtitle</a:t>
            </a:r>
          </a:p>
        </p:txBody>
      </p:sp>
    </p:spTree>
    <p:extLst>
      <p:ext uri="{BB962C8B-B14F-4D97-AF65-F5344CB8AC3E}">
        <p14:creationId xmlns:p14="http://schemas.microsoft.com/office/powerpoint/2010/main" val="32272241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75B3424C-4925-A7F7-02CD-84526B2E22EF}"/>
              </a:ext>
            </a:extLst>
          </p:cNvPr>
          <p:cNvSpPr>
            <a:spLocks noGrp="1"/>
          </p:cNvSpPr>
          <p:nvPr>
            <p:ph type="title" hasCustomPrompt="1"/>
          </p:nvPr>
        </p:nvSpPr>
        <p:spPr>
          <a:xfrm>
            <a:off x="1468815" y="503852"/>
            <a:ext cx="9150675" cy="1427585"/>
          </a:xfrm>
        </p:spPr>
        <p:txBody>
          <a:bodyPr lIns="0">
            <a:normAutofit/>
          </a:bodyPr>
          <a:lstStyle>
            <a:lvl1pPr>
              <a:defRPr sz="3600"/>
            </a:lvl1pPr>
          </a:lstStyle>
          <a:p>
            <a:r>
              <a:rPr lang="en-US" dirty="0"/>
              <a:t>Click to add title</a:t>
            </a:r>
          </a:p>
        </p:txBody>
      </p:sp>
      <p:sp>
        <p:nvSpPr>
          <p:cNvPr id="2" name="Content Placeholder 7">
            <a:extLst>
              <a:ext uri="{FF2B5EF4-FFF2-40B4-BE49-F238E27FC236}">
                <a16:creationId xmlns:a16="http://schemas.microsoft.com/office/drawing/2014/main" id="{AEA3C42D-C3E7-4F13-63E2-96D7A3B21113}"/>
              </a:ext>
            </a:extLst>
          </p:cNvPr>
          <p:cNvSpPr>
            <a:spLocks noGrp="1"/>
          </p:cNvSpPr>
          <p:nvPr>
            <p:ph sz="quarter" idx="12" hasCustomPrompt="1"/>
          </p:nvPr>
        </p:nvSpPr>
        <p:spPr>
          <a:xfrm>
            <a:off x="1450153" y="2108722"/>
            <a:ext cx="8552264" cy="4119463"/>
          </a:xfrm>
        </p:spPr>
        <p:txBody>
          <a:bodyPr lIns="0" tIns="0" rIns="0" bIns="0">
            <a:normAutofit/>
          </a:bodyPr>
          <a:lstStyle>
            <a:lvl1pPr marL="228600" indent="-228600">
              <a:lnSpc>
                <a:spcPct val="100000"/>
              </a:lnSpc>
              <a:spcBef>
                <a:spcPts val="0"/>
              </a:spcBef>
              <a:spcAft>
                <a:spcPts val="1200"/>
              </a:spcAft>
              <a:buFont typeface="Arial" panose="020B0604020202020204" pitchFamily="34" charset="0"/>
              <a:buChar char="•"/>
              <a:defRPr sz="2000"/>
            </a:lvl1pPr>
            <a:lvl2pPr marL="685800" indent="-228600">
              <a:lnSpc>
                <a:spcPct val="100000"/>
              </a:lnSpc>
              <a:spcBef>
                <a:spcPts val="0"/>
              </a:spcBef>
              <a:spcAft>
                <a:spcPts val="1200"/>
              </a:spcAft>
              <a:buFont typeface="Arial" panose="020B0604020202020204" pitchFamily="34" charset="0"/>
              <a:buChar char="•"/>
              <a:defRPr sz="2000"/>
            </a:lvl2pPr>
            <a:lvl3pPr marL="1143000" indent="-228600">
              <a:spcBef>
                <a:spcPts val="0"/>
              </a:spcBef>
              <a:spcAft>
                <a:spcPts val="1200"/>
              </a:spcAft>
              <a:buFont typeface="Arial" panose="020B0604020202020204" pitchFamily="34" charset="0"/>
              <a:buChar char="•"/>
              <a:defRPr sz="2000"/>
            </a:lvl3pPr>
            <a:lvl4pPr marL="1600200" indent="-228600">
              <a:spcBef>
                <a:spcPts val="0"/>
              </a:spcBef>
              <a:spcAft>
                <a:spcPts val="1200"/>
              </a:spcAft>
              <a:buFont typeface="Arial" panose="020B0604020202020204" pitchFamily="34" charset="0"/>
              <a:buChar char="•"/>
              <a:defRPr sz="2000"/>
            </a:lvl4pPr>
            <a:lvl5pPr marL="2057400" indent="-228600">
              <a:spcBef>
                <a:spcPts val="0"/>
              </a:spcBef>
              <a:spcAft>
                <a:spcPts val="1200"/>
              </a:spcAft>
              <a:buFont typeface="Arial" panose="020B0604020202020204" pitchFamily="34" charset="0"/>
              <a:buChar char="•"/>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3" name="Straight Connector 2">
            <a:extLst>
              <a:ext uri="{FF2B5EF4-FFF2-40B4-BE49-F238E27FC236}">
                <a16:creationId xmlns:a16="http://schemas.microsoft.com/office/drawing/2014/main" id="{45FE61D9-DA99-9DA5-5DD2-C4118066CA63}"/>
              </a:ext>
              <a:ext uri="{C183D7F6-B498-43B3-948B-1728B52AA6E4}">
                <adec:decorative xmlns:adec="http://schemas.microsoft.com/office/drawing/2017/decorative" val="1"/>
              </a:ext>
            </a:extLst>
          </p:cNvPr>
          <p:cNvCxnSpPr>
            <a:cxnSpLocks/>
          </p:cNvCxnSpPr>
          <p:nvPr userDrawn="1"/>
        </p:nvCxnSpPr>
        <p:spPr>
          <a:xfrm>
            <a:off x="896628" y="0"/>
            <a:ext cx="0" cy="5943600"/>
          </a:xfrm>
          <a:prstGeom prst="line">
            <a:avLst/>
          </a:prstGeom>
          <a:ln w="19050">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sp>
        <p:nvSpPr>
          <p:cNvPr id="8" name="Rectangle 7">
            <a:extLst>
              <a:ext uri="{FF2B5EF4-FFF2-40B4-BE49-F238E27FC236}">
                <a16:creationId xmlns:a16="http://schemas.microsoft.com/office/drawing/2014/main" id="{CE64603E-965E-E3BF-203B-F4D99428203D}"/>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Slide Number Placeholder 5">
            <a:extLst>
              <a:ext uri="{FF2B5EF4-FFF2-40B4-BE49-F238E27FC236}">
                <a16:creationId xmlns:a16="http://schemas.microsoft.com/office/drawing/2014/main" id="{5DABAFC1-3E76-DCE6-3A6D-E0020C5BE864}"/>
              </a:ext>
            </a:extLst>
          </p:cNvPr>
          <p:cNvSpPr>
            <a:spLocks noGrp="1"/>
          </p:cNvSpPr>
          <p:nvPr>
            <p:ph type="sldNum" sz="quarter" idx="15"/>
          </p:nvPr>
        </p:nvSpPr>
        <p:spPr>
          <a:xfrm>
            <a:off x="412136" y="5943601"/>
            <a:ext cx="968983" cy="651912"/>
          </a:xfrm>
        </p:spPr>
        <p:txBody>
          <a:bodyPr/>
          <a:lstStyle/>
          <a:p>
            <a:fld id="{18D65601-5AE2-46FC-B138-694DDD2B510D}" type="slidenum">
              <a:rPr lang="en-US" smtClean="0"/>
              <a:pPr/>
              <a:t>‹#›</a:t>
            </a:fld>
            <a:endParaRPr lang="en-US" dirty="0"/>
          </a:p>
        </p:txBody>
      </p:sp>
    </p:spTree>
    <p:extLst>
      <p:ext uri="{BB962C8B-B14F-4D97-AF65-F5344CB8AC3E}">
        <p14:creationId xmlns:p14="http://schemas.microsoft.com/office/powerpoint/2010/main" val="13735965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ection Title">
    <p:bg>
      <p:bgPr>
        <a:solidFill>
          <a:schemeClr val="accent6"/>
        </a:solidFill>
        <a:effectLst/>
      </p:bgPr>
    </p:bg>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507175C5-CB2F-2BAC-3704-54DCD1BF043F}"/>
              </a:ext>
            </a:extLst>
          </p:cNvPr>
          <p:cNvSpPr>
            <a:spLocks noGrp="1"/>
          </p:cNvSpPr>
          <p:nvPr>
            <p:ph type="title" hasCustomPrompt="1"/>
          </p:nvPr>
        </p:nvSpPr>
        <p:spPr>
          <a:xfrm>
            <a:off x="1038031" y="1068169"/>
            <a:ext cx="10115939" cy="2681549"/>
          </a:xfrm>
        </p:spPr>
        <p:txBody>
          <a:bodyPr anchor="b"/>
          <a:lstStyle>
            <a:lvl1pPr algn="ctr">
              <a:defRPr>
                <a:solidFill>
                  <a:schemeClr val="bg1"/>
                </a:solidFill>
              </a:defRPr>
            </a:lvl1pPr>
          </a:lstStyle>
          <a:p>
            <a:r>
              <a:rPr lang="en-US" dirty="0"/>
              <a:t>Click to add title</a:t>
            </a:r>
          </a:p>
        </p:txBody>
      </p:sp>
      <p:sp>
        <p:nvSpPr>
          <p:cNvPr id="5" name="Rectangle 4">
            <a:extLst>
              <a:ext uri="{FF2B5EF4-FFF2-40B4-BE49-F238E27FC236}">
                <a16:creationId xmlns:a16="http://schemas.microsoft.com/office/drawing/2014/main" id="{3901905E-33E7-852F-94E3-8E100B3D1E4A}"/>
              </a:ext>
              <a:ext uri="{C183D7F6-B498-43B3-948B-1728B52AA6E4}">
                <adec:decorative xmlns:adec="http://schemas.microsoft.com/office/drawing/2017/decorative" val="1"/>
              </a:ext>
            </a:extLst>
          </p:cNvPr>
          <p:cNvSpPr/>
          <p:nvPr userDrawn="1"/>
        </p:nvSpPr>
        <p:spPr>
          <a:xfrm>
            <a:off x="914400" y="914400"/>
            <a:ext cx="10363200" cy="5029200"/>
          </a:xfrm>
          <a:prstGeom prst="rect">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Rectangle 5">
            <a:extLst>
              <a:ext uri="{FF2B5EF4-FFF2-40B4-BE49-F238E27FC236}">
                <a16:creationId xmlns:a16="http://schemas.microsoft.com/office/drawing/2014/main" id="{1B7799F7-CBB1-9649-7D06-F7EEFD4F0183}"/>
              </a:ext>
              <a:ext uri="{C183D7F6-B498-43B3-948B-1728B52AA6E4}">
                <adec:decorative xmlns:adec="http://schemas.microsoft.com/office/drawing/2017/decorative" val="1"/>
              </a:ext>
            </a:extLst>
          </p:cNvPr>
          <p:cNvSpPr/>
          <p:nvPr userDrawn="1"/>
        </p:nvSpPr>
        <p:spPr>
          <a:xfrm>
            <a:off x="0" y="5943600"/>
            <a:ext cx="914400" cy="914400"/>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B1AFC5CA-DB29-4B8C-C004-72E4EC761C3B}"/>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Text Placeholder 12">
            <a:extLst>
              <a:ext uri="{FF2B5EF4-FFF2-40B4-BE49-F238E27FC236}">
                <a16:creationId xmlns:a16="http://schemas.microsoft.com/office/drawing/2014/main" id="{E3CB2D2A-7172-87CE-D493-DAF52D62EBFC}"/>
              </a:ext>
            </a:extLst>
          </p:cNvPr>
          <p:cNvSpPr>
            <a:spLocks noGrp="1"/>
          </p:cNvSpPr>
          <p:nvPr>
            <p:ph type="body" sz="quarter" idx="12" hasCustomPrompt="1"/>
          </p:nvPr>
        </p:nvSpPr>
        <p:spPr>
          <a:xfrm>
            <a:off x="1038031" y="4027047"/>
            <a:ext cx="10115939" cy="1762783"/>
          </a:xfrm>
          <a:prstGeom prst="rect">
            <a:avLst/>
          </a:prstGeom>
        </p:spPr>
        <p:txBody>
          <a:bodyPr anchor="t">
            <a:normAutofit/>
          </a:bodyPr>
          <a:lstStyle>
            <a:lvl1pPr marL="0" indent="0" algn="ctr">
              <a:lnSpc>
                <a:spcPct val="80000"/>
              </a:lnSpc>
              <a:spcBef>
                <a:spcPts val="0"/>
              </a:spcBef>
              <a:buNone/>
              <a:defRPr sz="2000" spc="0" baseline="0">
                <a:solidFill>
                  <a:schemeClr val="bg1"/>
                </a:solidFill>
                <a:latin typeface="+mn-lt"/>
              </a:defRPr>
            </a:lvl1pPr>
          </a:lstStyle>
          <a:p>
            <a:pPr lvl="0"/>
            <a:r>
              <a:rPr lang="en-US" dirty="0"/>
              <a:t>Click to add subtitle</a:t>
            </a:r>
          </a:p>
        </p:txBody>
      </p:sp>
    </p:spTree>
    <p:extLst>
      <p:ext uri="{BB962C8B-B14F-4D97-AF65-F5344CB8AC3E}">
        <p14:creationId xmlns:p14="http://schemas.microsoft.com/office/powerpoint/2010/main" val="20695361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2 Content ">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75B3424C-4925-A7F7-02CD-84526B2E22EF}"/>
              </a:ext>
            </a:extLst>
          </p:cNvPr>
          <p:cNvSpPr>
            <a:spLocks noGrp="1"/>
          </p:cNvSpPr>
          <p:nvPr>
            <p:ph type="title" hasCustomPrompt="1"/>
          </p:nvPr>
        </p:nvSpPr>
        <p:spPr>
          <a:xfrm>
            <a:off x="1468814" y="503852"/>
            <a:ext cx="9808773" cy="1427585"/>
          </a:xfrm>
        </p:spPr>
        <p:txBody>
          <a:bodyPr lIns="0">
            <a:normAutofit/>
          </a:bodyPr>
          <a:lstStyle>
            <a:lvl1pPr>
              <a:defRPr sz="3600"/>
            </a:lvl1pPr>
          </a:lstStyle>
          <a:p>
            <a:r>
              <a:rPr lang="en-US" dirty="0"/>
              <a:t>Click to add title</a:t>
            </a:r>
          </a:p>
        </p:txBody>
      </p:sp>
      <p:sp>
        <p:nvSpPr>
          <p:cNvPr id="2" name="Content Placeholder 7">
            <a:extLst>
              <a:ext uri="{FF2B5EF4-FFF2-40B4-BE49-F238E27FC236}">
                <a16:creationId xmlns:a16="http://schemas.microsoft.com/office/drawing/2014/main" id="{AEA3C42D-C3E7-4F13-63E2-96D7A3B21113}"/>
              </a:ext>
            </a:extLst>
          </p:cNvPr>
          <p:cNvSpPr>
            <a:spLocks noGrp="1"/>
          </p:cNvSpPr>
          <p:nvPr>
            <p:ph sz="quarter" idx="12" hasCustomPrompt="1"/>
          </p:nvPr>
        </p:nvSpPr>
        <p:spPr>
          <a:xfrm>
            <a:off x="1468814" y="2057401"/>
            <a:ext cx="4627186" cy="4119463"/>
          </a:xfrm>
        </p:spPr>
        <p:txBody>
          <a:bodyPr lIns="0">
            <a:normAutofit/>
          </a:bodyPr>
          <a:lstStyle>
            <a:lvl1pPr marL="0" indent="0">
              <a:lnSpc>
                <a:spcPct val="100000"/>
              </a:lnSpc>
              <a:spcBef>
                <a:spcPts val="1000"/>
              </a:spcBef>
              <a:spcAft>
                <a:spcPts val="1200"/>
              </a:spcAft>
              <a:buNone/>
              <a:defRPr sz="2000"/>
            </a:lvl1pPr>
            <a:lvl2pPr marL="228600" indent="-228600">
              <a:lnSpc>
                <a:spcPct val="100000"/>
              </a:lnSpc>
              <a:spcBef>
                <a:spcPts val="0"/>
              </a:spcBef>
              <a:spcAft>
                <a:spcPts val="1200"/>
              </a:spcAft>
              <a:buFont typeface="Arial" panose="020B0604020202020204" pitchFamily="34" charset="0"/>
              <a:buChar char="•"/>
              <a:defRPr sz="2000"/>
            </a:lvl2pPr>
            <a:lvl3pPr marL="685800" indent="-228600">
              <a:spcBef>
                <a:spcPts val="1000"/>
              </a:spcBef>
              <a:spcAft>
                <a:spcPts val="1200"/>
              </a:spcAft>
              <a:buFont typeface="Arial" panose="020B0604020202020204" pitchFamily="34" charset="0"/>
              <a:buChar char="•"/>
              <a:defRPr sz="2000"/>
            </a:lvl3pPr>
            <a:lvl4pPr marL="1143000" indent="-228600">
              <a:spcBef>
                <a:spcPts val="1000"/>
              </a:spcBef>
              <a:spcAft>
                <a:spcPts val="1200"/>
              </a:spcAft>
              <a:buFont typeface="Arial" panose="020B0604020202020204" pitchFamily="34" charset="0"/>
              <a:buChar char="•"/>
              <a:defRPr sz="2000"/>
            </a:lvl4pPr>
            <a:lvl5pPr marL="1600200" indent="-228600">
              <a:spcBef>
                <a:spcPts val="1000"/>
              </a:spcBef>
              <a:spcAft>
                <a:spcPts val="1200"/>
              </a:spcAft>
              <a:buFont typeface="Arial" panose="020B0604020202020204" pitchFamily="34" charset="0"/>
              <a:buChar char="•"/>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7">
            <a:extLst>
              <a:ext uri="{FF2B5EF4-FFF2-40B4-BE49-F238E27FC236}">
                <a16:creationId xmlns:a16="http://schemas.microsoft.com/office/drawing/2014/main" id="{617CE1C3-9892-2E23-986F-80ABB41823D6}"/>
              </a:ext>
            </a:extLst>
          </p:cNvPr>
          <p:cNvSpPr>
            <a:spLocks noGrp="1"/>
          </p:cNvSpPr>
          <p:nvPr>
            <p:ph sz="quarter" idx="11" hasCustomPrompt="1"/>
          </p:nvPr>
        </p:nvSpPr>
        <p:spPr>
          <a:xfrm>
            <a:off x="6668185" y="2057401"/>
            <a:ext cx="4609399" cy="4119463"/>
          </a:xfrm>
        </p:spPr>
        <p:txBody>
          <a:bodyPr lIns="0">
            <a:normAutofit/>
          </a:bodyPr>
          <a:lstStyle>
            <a:lvl1pPr marL="0" indent="0">
              <a:lnSpc>
                <a:spcPct val="100000"/>
              </a:lnSpc>
              <a:spcBef>
                <a:spcPts val="1000"/>
              </a:spcBef>
              <a:spcAft>
                <a:spcPts val="1200"/>
              </a:spcAft>
              <a:buNone/>
              <a:defRPr sz="2000"/>
            </a:lvl1pPr>
            <a:lvl2pPr marL="228600" indent="-228600">
              <a:lnSpc>
                <a:spcPct val="100000"/>
              </a:lnSpc>
              <a:spcBef>
                <a:spcPts val="1000"/>
              </a:spcBef>
              <a:spcAft>
                <a:spcPts val="1200"/>
              </a:spcAft>
              <a:buFont typeface="Arial" panose="020B0604020202020204" pitchFamily="34" charset="0"/>
              <a:buChar char="•"/>
              <a:defRPr sz="2000"/>
            </a:lvl2pPr>
            <a:lvl3pPr marL="685800" indent="-228600">
              <a:spcBef>
                <a:spcPts val="1000"/>
              </a:spcBef>
              <a:spcAft>
                <a:spcPts val="1200"/>
              </a:spcAft>
              <a:buFont typeface="Arial" panose="020B0604020202020204" pitchFamily="34" charset="0"/>
              <a:buChar char="•"/>
              <a:defRPr sz="2000"/>
            </a:lvl3pPr>
            <a:lvl4pPr marL="1143000" indent="-228600">
              <a:spcBef>
                <a:spcPts val="1000"/>
              </a:spcBef>
              <a:spcAft>
                <a:spcPts val="1200"/>
              </a:spcAft>
              <a:buFont typeface="Arial" panose="020B0604020202020204" pitchFamily="34" charset="0"/>
              <a:buChar char="•"/>
              <a:defRPr sz="2000"/>
            </a:lvl4pPr>
            <a:lvl5pPr marL="1600200" indent="-228600">
              <a:spcBef>
                <a:spcPts val="1000"/>
              </a:spcBef>
              <a:spcAft>
                <a:spcPts val="1200"/>
              </a:spcAft>
              <a:buFont typeface="Arial" panose="020B0604020202020204" pitchFamily="34" charset="0"/>
              <a:buChar char="•"/>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Rectangle 4">
            <a:extLst>
              <a:ext uri="{FF2B5EF4-FFF2-40B4-BE49-F238E27FC236}">
                <a16:creationId xmlns:a16="http://schemas.microsoft.com/office/drawing/2014/main" id="{94389812-0415-9025-AB21-4503F7DF3AB5}"/>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6" name="Straight Connector 5">
            <a:extLst>
              <a:ext uri="{FF2B5EF4-FFF2-40B4-BE49-F238E27FC236}">
                <a16:creationId xmlns:a16="http://schemas.microsoft.com/office/drawing/2014/main" id="{6459A5A0-86AD-344B-A0E4-6C55958151EE}"/>
              </a:ext>
              <a:ext uri="{C183D7F6-B498-43B3-948B-1728B52AA6E4}">
                <adec:decorative xmlns:adec="http://schemas.microsoft.com/office/drawing/2017/decorative" val="1"/>
              </a:ext>
            </a:extLst>
          </p:cNvPr>
          <p:cNvCxnSpPr>
            <a:cxnSpLocks/>
          </p:cNvCxnSpPr>
          <p:nvPr userDrawn="1"/>
        </p:nvCxnSpPr>
        <p:spPr>
          <a:xfrm>
            <a:off x="896628" y="0"/>
            <a:ext cx="0" cy="5943600"/>
          </a:xfrm>
          <a:prstGeom prst="line">
            <a:avLst/>
          </a:prstGeom>
          <a:ln w="19050">
            <a:solidFill>
              <a:schemeClr val="accent6">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3" name="Slide Number Placeholder 5">
            <a:extLst>
              <a:ext uri="{FF2B5EF4-FFF2-40B4-BE49-F238E27FC236}">
                <a16:creationId xmlns:a16="http://schemas.microsoft.com/office/drawing/2014/main" id="{1D40DF0B-6602-19D4-3110-4659C28780D5}"/>
              </a:ext>
            </a:extLst>
          </p:cNvPr>
          <p:cNvSpPr>
            <a:spLocks noGrp="1"/>
          </p:cNvSpPr>
          <p:nvPr>
            <p:ph type="sldNum" sz="quarter" idx="15"/>
          </p:nvPr>
        </p:nvSpPr>
        <p:spPr>
          <a:xfrm>
            <a:off x="412136" y="5943601"/>
            <a:ext cx="968983" cy="651912"/>
          </a:xfrm>
        </p:spPr>
        <p:txBody>
          <a:bodyPr/>
          <a:lstStyle/>
          <a:p>
            <a:fld id="{18D65601-5AE2-46FC-B138-694DDD2B510D}" type="slidenum">
              <a:rPr lang="en-US" smtClean="0"/>
              <a:pPr/>
              <a:t>‹#›</a:t>
            </a:fld>
            <a:endParaRPr lang="en-US" dirty="0"/>
          </a:p>
        </p:txBody>
      </p:sp>
    </p:spTree>
    <p:extLst>
      <p:ext uri="{BB962C8B-B14F-4D97-AF65-F5344CB8AC3E}">
        <p14:creationId xmlns:p14="http://schemas.microsoft.com/office/powerpoint/2010/main" val="25617208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2 Content 3">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75B3424C-4925-A7F7-02CD-84526B2E22EF}"/>
              </a:ext>
            </a:extLst>
          </p:cNvPr>
          <p:cNvSpPr>
            <a:spLocks noGrp="1"/>
          </p:cNvSpPr>
          <p:nvPr>
            <p:ph type="title" hasCustomPrompt="1"/>
          </p:nvPr>
        </p:nvSpPr>
        <p:spPr>
          <a:xfrm>
            <a:off x="1468814" y="503852"/>
            <a:ext cx="9808773" cy="1427585"/>
          </a:xfrm>
        </p:spPr>
        <p:txBody>
          <a:bodyPr lIns="0">
            <a:normAutofit/>
          </a:bodyPr>
          <a:lstStyle>
            <a:lvl1pPr>
              <a:defRPr sz="3600"/>
            </a:lvl1pPr>
          </a:lstStyle>
          <a:p>
            <a:r>
              <a:rPr lang="en-US" dirty="0"/>
              <a:t>Click to add title</a:t>
            </a:r>
          </a:p>
        </p:txBody>
      </p:sp>
      <p:sp>
        <p:nvSpPr>
          <p:cNvPr id="4" name="Content Placeholder 7">
            <a:extLst>
              <a:ext uri="{FF2B5EF4-FFF2-40B4-BE49-F238E27FC236}">
                <a16:creationId xmlns:a16="http://schemas.microsoft.com/office/drawing/2014/main" id="{C355854D-70C0-E6E1-2A0C-284D00A21AEC}"/>
              </a:ext>
            </a:extLst>
          </p:cNvPr>
          <p:cNvSpPr>
            <a:spLocks noGrp="1"/>
          </p:cNvSpPr>
          <p:nvPr>
            <p:ph sz="quarter" idx="12" hasCustomPrompt="1"/>
          </p:nvPr>
        </p:nvSpPr>
        <p:spPr>
          <a:xfrm>
            <a:off x="1468815" y="2057401"/>
            <a:ext cx="3068678" cy="4119463"/>
          </a:xfrm>
        </p:spPr>
        <p:txBody>
          <a:bodyPr lIns="0">
            <a:normAutofit/>
          </a:bodyPr>
          <a:lstStyle>
            <a:lvl1pPr marL="320040" indent="-320040">
              <a:lnSpc>
                <a:spcPct val="100000"/>
              </a:lnSpc>
              <a:spcBef>
                <a:spcPts val="0"/>
              </a:spcBef>
              <a:spcAft>
                <a:spcPts val="1200"/>
              </a:spcAft>
              <a:buFont typeface="+mj-lt"/>
              <a:buAutoNum type="arabicPeriod"/>
              <a:defRPr sz="2000"/>
            </a:lvl1pPr>
            <a:lvl2pPr marL="457200" indent="-320040">
              <a:lnSpc>
                <a:spcPct val="100000"/>
              </a:lnSpc>
              <a:spcBef>
                <a:spcPts val="1000"/>
              </a:spcBef>
              <a:spcAft>
                <a:spcPts val="1200"/>
              </a:spcAft>
              <a:buFont typeface="+mj-lt"/>
              <a:buAutoNum type="alphaLcPeriod"/>
              <a:defRPr sz="2000"/>
            </a:lvl2pPr>
            <a:lvl3pPr marL="914400" indent="-320040">
              <a:spcBef>
                <a:spcPts val="1000"/>
              </a:spcBef>
              <a:spcAft>
                <a:spcPts val="1200"/>
              </a:spcAft>
              <a:buFont typeface="+mj-lt"/>
              <a:buAutoNum type="arabicParenR"/>
              <a:defRPr sz="2000"/>
            </a:lvl3pPr>
            <a:lvl4pPr marL="1371600" indent="-320040">
              <a:spcBef>
                <a:spcPts val="1000"/>
              </a:spcBef>
              <a:spcAft>
                <a:spcPts val="1200"/>
              </a:spcAft>
              <a:buFont typeface="+mj-lt"/>
              <a:buAutoNum type="alphaLcParenR"/>
              <a:defRPr sz="2000"/>
            </a:lvl4pPr>
            <a:lvl5pPr marL="1828800" indent="-320040">
              <a:spcBef>
                <a:spcPts val="1000"/>
              </a:spcBef>
              <a:spcAft>
                <a:spcPts val="1200"/>
              </a:spcAft>
              <a:buFont typeface="+mj-lt"/>
              <a:buAutoNum type="romanLcPeriod"/>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7">
            <a:extLst>
              <a:ext uri="{FF2B5EF4-FFF2-40B4-BE49-F238E27FC236}">
                <a16:creationId xmlns:a16="http://schemas.microsoft.com/office/drawing/2014/main" id="{617CE1C3-9892-2E23-986F-80ABB41823D6}"/>
              </a:ext>
            </a:extLst>
          </p:cNvPr>
          <p:cNvSpPr>
            <a:spLocks noGrp="1"/>
          </p:cNvSpPr>
          <p:nvPr>
            <p:ph sz="quarter" idx="11" hasCustomPrompt="1"/>
          </p:nvPr>
        </p:nvSpPr>
        <p:spPr>
          <a:xfrm>
            <a:off x="5191727" y="2057401"/>
            <a:ext cx="6085857" cy="4119463"/>
          </a:xfrm>
        </p:spPr>
        <p:txBody>
          <a:bodyPr lIns="0">
            <a:normAutofit/>
          </a:bodyPr>
          <a:lstStyle>
            <a:lvl1pPr marL="0" indent="0">
              <a:lnSpc>
                <a:spcPct val="100000"/>
              </a:lnSpc>
              <a:spcBef>
                <a:spcPts val="1000"/>
              </a:spcBef>
              <a:spcAft>
                <a:spcPts val="1200"/>
              </a:spcAft>
              <a:buNone/>
              <a:defRPr sz="2000"/>
            </a:lvl1pPr>
            <a:lvl2pPr marL="228600" indent="-228600">
              <a:lnSpc>
                <a:spcPct val="100000"/>
              </a:lnSpc>
              <a:spcBef>
                <a:spcPts val="1000"/>
              </a:spcBef>
              <a:spcAft>
                <a:spcPts val="1200"/>
              </a:spcAft>
              <a:buFont typeface="Arial" panose="020B0604020202020204" pitchFamily="34" charset="0"/>
              <a:buChar char="•"/>
              <a:defRPr sz="2000"/>
            </a:lvl2pPr>
            <a:lvl3pPr marL="685800" indent="-228600">
              <a:spcBef>
                <a:spcPts val="1000"/>
              </a:spcBef>
              <a:spcAft>
                <a:spcPts val="1200"/>
              </a:spcAft>
              <a:buFont typeface="Arial" panose="020B0604020202020204" pitchFamily="34" charset="0"/>
              <a:buChar char="•"/>
              <a:defRPr sz="2000"/>
            </a:lvl3pPr>
            <a:lvl4pPr marL="1143000" indent="-228600">
              <a:spcBef>
                <a:spcPts val="1000"/>
              </a:spcBef>
              <a:spcAft>
                <a:spcPts val="1200"/>
              </a:spcAft>
              <a:buFont typeface="Arial" panose="020B0604020202020204" pitchFamily="34" charset="0"/>
              <a:buChar char="•"/>
              <a:defRPr sz="2000"/>
            </a:lvl4pPr>
            <a:lvl5pPr marL="1600200" indent="-228600">
              <a:spcBef>
                <a:spcPts val="1000"/>
              </a:spcBef>
              <a:spcAft>
                <a:spcPts val="1200"/>
              </a:spcAft>
              <a:buFont typeface="Arial" panose="020B0604020202020204" pitchFamily="34" charset="0"/>
              <a:buChar char="•"/>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Rectangle 4">
            <a:extLst>
              <a:ext uri="{FF2B5EF4-FFF2-40B4-BE49-F238E27FC236}">
                <a16:creationId xmlns:a16="http://schemas.microsoft.com/office/drawing/2014/main" id="{94389812-0415-9025-AB21-4503F7DF3AB5}"/>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6" name="Straight Connector 5">
            <a:extLst>
              <a:ext uri="{FF2B5EF4-FFF2-40B4-BE49-F238E27FC236}">
                <a16:creationId xmlns:a16="http://schemas.microsoft.com/office/drawing/2014/main" id="{6459A5A0-86AD-344B-A0E4-6C55958151EE}"/>
              </a:ext>
              <a:ext uri="{C183D7F6-B498-43B3-948B-1728B52AA6E4}">
                <adec:decorative xmlns:adec="http://schemas.microsoft.com/office/drawing/2017/decorative" val="1"/>
              </a:ext>
            </a:extLst>
          </p:cNvPr>
          <p:cNvCxnSpPr>
            <a:cxnSpLocks/>
          </p:cNvCxnSpPr>
          <p:nvPr userDrawn="1"/>
        </p:nvCxnSpPr>
        <p:spPr>
          <a:xfrm>
            <a:off x="896628" y="0"/>
            <a:ext cx="0" cy="5943600"/>
          </a:xfrm>
          <a:prstGeom prst="line">
            <a:avLst/>
          </a:prstGeom>
          <a:ln w="19050">
            <a:solidFill>
              <a:schemeClr val="accent6">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3" name="Slide Number Placeholder 5">
            <a:extLst>
              <a:ext uri="{FF2B5EF4-FFF2-40B4-BE49-F238E27FC236}">
                <a16:creationId xmlns:a16="http://schemas.microsoft.com/office/drawing/2014/main" id="{D7B331F9-6D4A-5020-969F-E961AF374E19}"/>
              </a:ext>
            </a:extLst>
          </p:cNvPr>
          <p:cNvSpPr>
            <a:spLocks noGrp="1"/>
          </p:cNvSpPr>
          <p:nvPr>
            <p:ph type="sldNum" sz="quarter" idx="15"/>
          </p:nvPr>
        </p:nvSpPr>
        <p:spPr>
          <a:xfrm>
            <a:off x="412136" y="5943601"/>
            <a:ext cx="968983" cy="651912"/>
          </a:xfrm>
        </p:spPr>
        <p:txBody>
          <a:bodyPr/>
          <a:lstStyle/>
          <a:p>
            <a:fld id="{18D65601-5AE2-46FC-B138-694DDD2B510D}" type="slidenum">
              <a:rPr lang="en-US" smtClean="0"/>
              <a:pPr/>
              <a:t>‹#›</a:t>
            </a:fld>
            <a:endParaRPr lang="en-US" dirty="0"/>
          </a:p>
        </p:txBody>
      </p:sp>
    </p:spTree>
    <p:extLst>
      <p:ext uri="{BB962C8B-B14F-4D97-AF65-F5344CB8AC3E}">
        <p14:creationId xmlns:p14="http://schemas.microsoft.com/office/powerpoint/2010/main" val="25142378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Picture and Content">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75B3424C-4925-A7F7-02CD-84526B2E22EF}"/>
              </a:ext>
            </a:extLst>
          </p:cNvPr>
          <p:cNvSpPr>
            <a:spLocks noGrp="1"/>
          </p:cNvSpPr>
          <p:nvPr>
            <p:ph type="title" hasCustomPrompt="1"/>
          </p:nvPr>
        </p:nvSpPr>
        <p:spPr>
          <a:xfrm>
            <a:off x="1468814" y="503852"/>
            <a:ext cx="9808773" cy="1427585"/>
          </a:xfrm>
        </p:spPr>
        <p:txBody>
          <a:bodyPr lIns="0">
            <a:normAutofit/>
          </a:bodyPr>
          <a:lstStyle>
            <a:lvl1pPr>
              <a:defRPr sz="3600"/>
            </a:lvl1pPr>
          </a:lstStyle>
          <a:p>
            <a:r>
              <a:rPr lang="en-US" dirty="0"/>
              <a:t>Click to add title</a:t>
            </a:r>
          </a:p>
        </p:txBody>
      </p:sp>
      <p:sp>
        <p:nvSpPr>
          <p:cNvPr id="8" name="Picture Placeholder 7">
            <a:extLst>
              <a:ext uri="{FF2B5EF4-FFF2-40B4-BE49-F238E27FC236}">
                <a16:creationId xmlns:a16="http://schemas.microsoft.com/office/drawing/2014/main" id="{357912CB-B8F8-1E65-094F-AD3220E6C79C}"/>
              </a:ext>
            </a:extLst>
          </p:cNvPr>
          <p:cNvSpPr>
            <a:spLocks noGrp="1"/>
          </p:cNvSpPr>
          <p:nvPr>
            <p:ph type="pic" sz="quarter" idx="12"/>
          </p:nvPr>
        </p:nvSpPr>
        <p:spPr>
          <a:xfrm>
            <a:off x="1503363" y="2061969"/>
            <a:ext cx="4592637" cy="4805362"/>
          </a:xfrm>
        </p:spPr>
        <p:txBody>
          <a:bodyPr>
            <a:normAutofit/>
          </a:bodyPr>
          <a:lstStyle>
            <a:lvl1pPr marL="0" indent="0" algn="ctr">
              <a:buNone/>
              <a:defRPr sz="2000"/>
            </a:lvl1pPr>
          </a:lstStyle>
          <a:p>
            <a:r>
              <a:rPr lang="en-US"/>
              <a:t>Click icon to add picture</a:t>
            </a:r>
            <a:endParaRPr lang="en-US" dirty="0"/>
          </a:p>
        </p:txBody>
      </p:sp>
      <p:sp>
        <p:nvSpPr>
          <p:cNvPr id="12" name="Content Placeholder 7">
            <a:extLst>
              <a:ext uri="{FF2B5EF4-FFF2-40B4-BE49-F238E27FC236}">
                <a16:creationId xmlns:a16="http://schemas.microsoft.com/office/drawing/2014/main" id="{617CE1C3-9892-2E23-986F-80ABB41823D6}"/>
              </a:ext>
            </a:extLst>
          </p:cNvPr>
          <p:cNvSpPr>
            <a:spLocks noGrp="1"/>
          </p:cNvSpPr>
          <p:nvPr>
            <p:ph sz="quarter" idx="11" hasCustomPrompt="1"/>
          </p:nvPr>
        </p:nvSpPr>
        <p:spPr>
          <a:xfrm>
            <a:off x="6787262" y="2052736"/>
            <a:ext cx="4490320" cy="4800598"/>
          </a:xfrm>
        </p:spPr>
        <p:txBody>
          <a:bodyPr lIns="0">
            <a:normAutofit/>
          </a:bodyPr>
          <a:lstStyle>
            <a:lvl1pPr marL="0" indent="0">
              <a:lnSpc>
                <a:spcPct val="100000"/>
              </a:lnSpc>
              <a:spcBef>
                <a:spcPts val="1000"/>
              </a:spcBef>
              <a:spcAft>
                <a:spcPts val="1200"/>
              </a:spcAft>
              <a:buNone/>
              <a:defRPr sz="2000"/>
            </a:lvl1pPr>
            <a:lvl2pPr marL="800100" indent="-342900">
              <a:lnSpc>
                <a:spcPct val="100000"/>
              </a:lnSpc>
              <a:spcBef>
                <a:spcPts val="1000"/>
              </a:spcBef>
              <a:spcAft>
                <a:spcPts val="1200"/>
              </a:spcAft>
              <a:buFont typeface="Arial" panose="020B0604020202020204" pitchFamily="34" charset="0"/>
              <a:buChar char="•"/>
              <a:defRPr sz="2000"/>
            </a:lvl2pPr>
            <a:lvl3pPr marL="1257300" indent="-342900">
              <a:spcBef>
                <a:spcPts val="1000"/>
              </a:spcBef>
              <a:spcAft>
                <a:spcPts val="1200"/>
              </a:spcAft>
              <a:buFont typeface="Arial" panose="020B0604020202020204" pitchFamily="34" charset="0"/>
              <a:buChar char="•"/>
              <a:defRPr sz="2000"/>
            </a:lvl3pPr>
            <a:lvl4pPr marL="1714500" indent="-342900">
              <a:spcBef>
                <a:spcPts val="1000"/>
              </a:spcBef>
              <a:spcAft>
                <a:spcPts val="1200"/>
              </a:spcAft>
              <a:buFont typeface="Arial" panose="020B0604020202020204" pitchFamily="34" charset="0"/>
              <a:buChar char="•"/>
              <a:defRPr sz="2000"/>
            </a:lvl4pPr>
            <a:lvl5pPr marL="2171700" indent="-342900">
              <a:spcBef>
                <a:spcPts val="1000"/>
              </a:spcBef>
              <a:spcAft>
                <a:spcPts val="1200"/>
              </a:spcAft>
              <a:buFont typeface="Arial" panose="020B0604020202020204" pitchFamily="34" charset="0"/>
              <a:buChar char="•"/>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Slide Number Placeholder 5">
            <a:extLst>
              <a:ext uri="{FF2B5EF4-FFF2-40B4-BE49-F238E27FC236}">
                <a16:creationId xmlns:a16="http://schemas.microsoft.com/office/drawing/2014/main" id="{8809D86D-3DDE-CA24-4CAA-DF6944B9BCBB}"/>
              </a:ext>
            </a:extLst>
          </p:cNvPr>
          <p:cNvSpPr>
            <a:spLocks noGrp="1"/>
          </p:cNvSpPr>
          <p:nvPr>
            <p:ph type="sldNum" sz="quarter" idx="15"/>
          </p:nvPr>
        </p:nvSpPr>
        <p:spPr>
          <a:xfrm>
            <a:off x="412136" y="5943601"/>
            <a:ext cx="968983" cy="651912"/>
          </a:xfrm>
        </p:spPr>
        <p:txBody>
          <a:bodyPr/>
          <a:lstStyle/>
          <a:p>
            <a:fld id="{18D65601-5AE2-46FC-B138-694DDD2B510D}" type="slidenum">
              <a:rPr lang="en-US" smtClean="0"/>
              <a:pPr/>
              <a:t>‹#›</a:t>
            </a:fld>
            <a:endParaRPr lang="en-US" dirty="0"/>
          </a:p>
        </p:txBody>
      </p:sp>
      <p:sp>
        <p:nvSpPr>
          <p:cNvPr id="5" name="Rectangle 4">
            <a:extLst>
              <a:ext uri="{FF2B5EF4-FFF2-40B4-BE49-F238E27FC236}">
                <a16:creationId xmlns:a16="http://schemas.microsoft.com/office/drawing/2014/main" id="{94389812-0415-9025-AB21-4503F7DF3AB5}"/>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6" name="Straight Connector 5">
            <a:extLst>
              <a:ext uri="{FF2B5EF4-FFF2-40B4-BE49-F238E27FC236}">
                <a16:creationId xmlns:a16="http://schemas.microsoft.com/office/drawing/2014/main" id="{6459A5A0-86AD-344B-A0E4-6C55958151EE}"/>
              </a:ext>
              <a:ext uri="{C183D7F6-B498-43B3-948B-1728B52AA6E4}">
                <adec:decorative xmlns:adec="http://schemas.microsoft.com/office/drawing/2017/decorative" val="1"/>
              </a:ext>
            </a:extLst>
          </p:cNvPr>
          <p:cNvCxnSpPr>
            <a:cxnSpLocks/>
          </p:cNvCxnSpPr>
          <p:nvPr userDrawn="1"/>
        </p:nvCxnSpPr>
        <p:spPr>
          <a:xfrm>
            <a:off x="896628" y="0"/>
            <a:ext cx="0" cy="5943600"/>
          </a:xfrm>
          <a:prstGeom prst="line">
            <a:avLst/>
          </a:prstGeom>
          <a:ln w="19050">
            <a:solidFill>
              <a:schemeClr val="accent6">
                <a:lumMod val="60000"/>
                <a:lumOff val="4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361074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Content and Table">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75B3424C-4925-A7F7-02CD-84526B2E22EF}"/>
              </a:ext>
            </a:extLst>
          </p:cNvPr>
          <p:cNvSpPr>
            <a:spLocks noGrp="1"/>
          </p:cNvSpPr>
          <p:nvPr>
            <p:ph type="title" hasCustomPrompt="1"/>
          </p:nvPr>
        </p:nvSpPr>
        <p:spPr>
          <a:xfrm>
            <a:off x="1468814" y="503852"/>
            <a:ext cx="9808773" cy="1427585"/>
          </a:xfrm>
        </p:spPr>
        <p:txBody>
          <a:bodyPr lIns="0">
            <a:normAutofit/>
          </a:bodyPr>
          <a:lstStyle>
            <a:lvl1pPr>
              <a:defRPr sz="3600"/>
            </a:lvl1pPr>
          </a:lstStyle>
          <a:p>
            <a:r>
              <a:rPr lang="en-US" dirty="0"/>
              <a:t>Click to add title</a:t>
            </a:r>
          </a:p>
        </p:txBody>
      </p:sp>
      <p:sp>
        <p:nvSpPr>
          <p:cNvPr id="12" name="Content Placeholder 7">
            <a:extLst>
              <a:ext uri="{FF2B5EF4-FFF2-40B4-BE49-F238E27FC236}">
                <a16:creationId xmlns:a16="http://schemas.microsoft.com/office/drawing/2014/main" id="{617CE1C3-9892-2E23-986F-80ABB41823D6}"/>
              </a:ext>
            </a:extLst>
          </p:cNvPr>
          <p:cNvSpPr>
            <a:spLocks noGrp="1"/>
          </p:cNvSpPr>
          <p:nvPr>
            <p:ph sz="quarter" idx="11" hasCustomPrompt="1"/>
          </p:nvPr>
        </p:nvSpPr>
        <p:spPr>
          <a:xfrm>
            <a:off x="1468814" y="2057400"/>
            <a:ext cx="3091027" cy="3867538"/>
          </a:xfrm>
        </p:spPr>
        <p:txBody>
          <a:bodyPr lIns="0">
            <a:normAutofit/>
          </a:bodyPr>
          <a:lstStyle>
            <a:lvl1pPr marL="0" indent="0">
              <a:lnSpc>
                <a:spcPct val="100000"/>
              </a:lnSpc>
              <a:spcBef>
                <a:spcPts val="0"/>
              </a:spcBef>
              <a:spcAft>
                <a:spcPts val="1200"/>
              </a:spcAft>
              <a:buNone/>
              <a:defRPr sz="2000"/>
            </a:lvl1pPr>
            <a:lvl2pPr marL="800100" indent="-342900">
              <a:lnSpc>
                <a:spcPct val="100000"/>
              </a:lnSpc>
              <a:spcBef>
                <a:spcPts val="0"/>
              </a:spcBef>
              <a:spcAft>
                <a:spcPts val="1200"/>
              </a:spcAft>
              <a:buFont typeface="Arial" panose="020B0604020202020204" pitchFamily="34" charset="0"/>
              <a:buChar char="•"/>
              <a:defRPr sz="2000"/>
            </a:lvl2pPr>
            <a:lvl3pPr marL="1257300" indent="-342900">
              <a:spcBef>
                <a:spcPts val="0"/>
              </a:spcBef>
              <a:spcAft>
                <a:spcPts val="1200"/>
              </a:spcAft>
              <a:buFont typeface="Arial" panose="020B0604020202020204" pitchFamily="34" charset="0"/>
              <a:buChar char="•"/>
              <a:defRPr sz="2000"/>
            </a:lvl3pPr>
            <a:lvl4pPr marL="1714500" indent="-342900">
              <a:spcBef>
                <a:spcPts val="0"/>
              </a:spcBef>
              <a:spcAft>
                <a:spcPts val="1200"/>
              </a:spcAft>
              <a:buFont typeface="Arial" panose="020B0604020202020204" pitchFamily="34" charset="0"/>
              <a:buChar char="•"/>
              <a:defRPr sz="2000"/>
            </a:lvl4pPr>
            <a:lvl5pPr marL="2171700" indent="-342900">
              <a:spcBef>
                <a:spcPts val="0"/>
              </a:spcBef>
              <a:spcAft>
                <a:spcPts val="1200"/>
              </a:spcAft>
              <a:buFont typeface="Arial" panose="020B0604020202020204" pitchFamily="34" charset="0"/>
              <a:buChar char="•"/>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Table Placeholder 13">
            <a:extLst>
              <a:ext uri="{FF2B5EF4-FFF2-40B4-BE49-F238E27FC236}">
                <a16:creationId xmlns:a16="http://schemas.microsoft.com/office/drawing/2014/main" id="{EA708189-1532-1BDD-104F-4D8556146CEE}"/>
              </a:ext>
            </a:extLst>
          </p:cNvPr>
          <p:cNvSpPr>
            <a:spLocks noGrp="1"/>
          </p:cNvSpPr>
          <p:nvPr>
            <p:ph type="tbl" sz="quarter" idx="12"/>
          </p:nvPr>
        </p:nvSpPr>
        <p:spPr>
          <a:xfrm>
            <a:off x="5097463" y="2051976"/>
            <a:ext cx="6180137" cy="3867538"/>
          </a:xfrm>
        </p:spPr>
        <p:txBody>
          <a:bodyPr>
            <a:normAutofit/>
          </a:bodyPr>
          <a:lstStyle>
            <a:lvl1pPr>
              <a:defRPr sz="2000"/>
            </a:lvl1pPr>
          </a:lstStyle>
          <a:p>
            <a:r>
              <a:rPr lang="en-US"/>
              <a:t>Click icon to add table</a:t>
            </a:r>
            <a:endParaRPr lang="en-US" dirty="0"/>
          </a:p>
        </p:txBody>
      </p:sp>
      <p:sp>
        <p:nvSpPr>
          <p:cNvPr id="5" name="Rectangle 4">
            <a:extLst>
              <a:ext uri="{FF2B5EF4-FFF2-40B4-BE49-F238E27FC236}">
                <a16:creationId xmlns:a16="http://schemas.microsoft.com/office/drawing/2014/main" id="{94389812-0415-9025-AB21-4503F7DF3AB5}"/>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6" name="Straight Connector 5">
            <a:extLst>
              <a:ext uri="{FF2B5EF4-FFF2-40B4-BE49-F238E27FC236}">
                <a16:creationId xmlns:a16="http://schemas.microsoft.com/office/drawing/2014/main" id="{6459A5A0-86AD-344B-A0E4-6C55958151EE}"/>
              </a:ext>
              <a:ext uri="{C183D7F6-B498-43B3-948B-1728B52AA6E4}">
                <adec:decorative xmlns:adec="http://schemas.microsoft.com/office/drawing/2017/decorative" val="1"/>
              </a:ext>
            </a:extLst>
          </p:cNvPr>
          <p:cNvCxnSpPr>
            <a:cxnSpLocks/>
          </p:cNvCxnSpPr>
          <p:nvPr userDrawn="1"/>
        </p:nvCxnSpPr>
        <p:spPr>
          <a:xfrm>
            <a:off x="896628" y="0"/>
            <a:ext cx="0" cy="5943600"/>
          </a:xfrm>
          <a:prstGeom prst="line">
            <a:avLst/>
          </a:prstGeom>
          <a:ln w="19050">
            <a:solidFill>
              <a:schemeClr val="accent6">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2" name="Slide Number Placeholder 5">
            <a:extLst>
              <a:ext uri="{FF2B5EF4-FFF2-40B4-BE49-F238E27FC236}">
                <a16:creationId xmlns:a16="http://schemas.microsoft.com/office/drawing/2014/main" id="{6E0EC71B-95A1-C740-6B1F-F8DF02E2D164}"/>
              </a:ext>
            </a:extLst>
          </p:cNvPr>
          <p:cNvSpPr>
            <a:spLocks noGrp="1"/>
          </p:cNvSpPr>
          <p:nvPr>
            <p:ph type="sldNum" sz="quarter" idx="15"/>
          </p:nvPr>
        </p:nvSpPr>
        <p:spPr>
          <a:xfrm>
            <a:off x="412136" y="5943601"/>
            <a:ext cx="968983" cy="651912"/>
          </a:xfrm>
        </p:spPr>
        <p:txBody>
          <a:bodyPr/>
          <a:lstStyle/>
          <a:p>
            <a:fld id="{18D65601-5AE2-46FC-B138-694DDD2B510D}" type="slidenum">
              <a:rPr lang="en-US" smtClean="0"/>
              <a:pPr/>
              <a:t>‹#›</a:t>
            </a:fld>
            <a:endParaRPr lang="en-US" dirty="0"/>
          </a:p>
        </p:txBody>
      </p:sp>
    </p:spTree>
    <p:extLst>
      <p:ext uri="{BB962C8B-B14F-4D97-AF65-F5344CB8AC3E}">
        <p14:creationId xmlns:p14="http://schemas.microsoft.com/office/powerpoint/2010/main" val="34092991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2 Content 2">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94389812-0415-9025-AB21-4503F7DF3AB5}"/>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6" name="Straight Connector 5">
            <a:extLst>
              <a:ext uri="{FF2B5EF4-FFF2-40B4-BE49-F238E27FC236}">
                <a16:creationId xmlns:a16="http://schemas.microsoft.com/office/drawing/2014/main" id="{6459A5A0-86AD-344B-A0E4-6C55958151EE}"/>
              </a:ext>
              <a:ext uri="{C183D7F6-B498-43B3-948B-1728B52AA6E4}">
                <adec:decorative xmlns:adec="http://schemas.microsoft.com/office/drawing/2017/decorative" val="1"/>
              </a:ext>
            </a:extLst>
          </p:cNvPr>
          <p:cNvCxnSpPr>
            <a:cxnSpLocks/>
          </p:cNvCxnSpPr>
          <p:nvPr userDrawn="1"/>
        </p:nvCxnSpPr>
        <p:spPr>
          <a:xfrm>
            <a:off x="896628" y="0"/>
            <a:ext cx="0" cy="5943600"/>
          </a:xfrm>
          <a:prstGeom prst="line">
            <a:avLst/>
          </a:prstGeom>
          <a:ln w="19050">
            <a:solidFill>
              <a:schemeClr val="accent6">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7" name="Title 6">
            <a:extLst>
              <a:ext uri="{FF2B5EF4-FFF2-40B4-BE49-F238E27FC236}">
                <a16:creationId xmlns:a16="http://schemas.microsoft.com/office/drawing/2014/main" id="{75B3424C-4925-A7F7-02CD-84526B2E22EF}"/>
              </a:ext>
            </a:extLst>
          </p:cNvPr>
          <p:cNvSpPr>
            <a:spLocks noGrp="1"/>
          </p:cNvSpPr>
          <p:nvPr>
            <p:ph type="title" hasCustomPrompt="1"/>
          </p:nvPr>
        </p:nvSpPr>
        <p:spPr>
          <a:xfrm>
            <a:off x="1468814" y="503852"/>
            <a:ext cx="9808773" cy="1427585"/>
          </a:xfrm>
        </p:spPr>
        <p:txBody>
          <a:bodyPr lIns="0">
            <a:normAutofit/>
          </a:bodyPr>
          <a:lstStyle>
            <a:lvl1pPr>
              <a:defRPr sz="3600"/>
            </a:lvl1pPr>
          </a:lstStyle>
          <a:p>
            <a:r>
              <a:rPr lang="en-US" dirty="0"/>
              <a:t>Click to add title</a:t>
            </a:r>
          </a:p>
        </p:txBody>
      </p:sp>
      <p:sp>
        <p:nvSpPr>
          <p:cNvPr id="8" name="Content Placeholder 7">
            <a:extLst>
              <a:ext uri="{FF2B5EF4-FFF2-40B4-BE49-F238E27FC236}">
                <a16:creationId xmlns:a16="http://schemas.microsoft.com/office/drawing/2014/main" id="{8B0AB10A-3CAB-D4C0-3CB1-401461802BD3}"/>
              </a:ext>
            </a:extLst>
          </p:cNvPr>
          <p:cNvSpPr>
            <a:spLocks noGrp="1"/>
          </p:cNvSpPr>
          <p:nvPr>
            <p:ph sz="quarter" idx="10" hasCustomPrompt="1"/>
          </p:nvPr>
        </p:nvSpPr>
        <p:spPr>
          <a:xfrm>
            <a:off x="1468814" y="2066731"/>
            <a:ext cx="6452876" cy="3867538"/>
          </a:xfrm>
        </p:spPr>
        <p:txBody>
          <a:bodyPr lIns="0">
            <a:normAutofit/>
          </a:bodyPr>
          <a:lstStyle>
            <a:lvl1pPr>
              <a:lnSpc>
                <a:spcPct val="100000"/>
              </a:lnSpc>
              <a:spcAft>
                <a:spcPts val="600"/>
              </a:spcAft>
              <a:defRPr sz="2000"/>
            </a:lvl1pPr>
            <a:lvl2pPr>
              <a:lnSpc>
                <a:spcPct val="100000"/>
              </a:lnSpc>
              <a:spcAft>
                <a:spcPts val="600"/>
              </a:spcAft>
              <a:defRPr sz="2000"/>
            </a:lvl2pPr>
            <a:lvl3pPr>
              <a:lnSpc>
                <a:spcPct val="100000"/>
              </a:lnSpc>
              <a:spcBef>
                <a:spcPts val="1000"/>
              </a:spcBef>
              <a:spcAft>
                <a:spcPts val="600"/>
              </a:spcAft>
              <a:defRPr sz="2000"/>
            </a:lvl3pPr>
            <a:lvl4pPr>
              <a:lnSpc>
                <a:spcPct val="100000"/>
              </a:lnSpc>
              <a:spcAft>
                <a:spcPts val="1200"/>
              </a:spcAft>
              <a:defRPr sz="2000"/>
            </a:lvl4pPr>
            <a:lvl5pPr>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Content Placeholder 7">
            <a:extLst>
              <a:ext uri="{FF2B5EF4-FFF2-40B4-BE49-F238E27FC236}">
                <a16:creationId xmlns:a16="http://schemas.microsoft.com/office/drawing/2014/main" id="{7DBA8ADB-B20F-8404-46AB-AF67E25C7C75}"/>
              </a:ext>
            </a:extLst>
          </p:cNvPr>
          <p:cNvSpPr>
            <a:spLocks noGrp="1"/>
          </p:cNvSpPr>
          <p:nvPr>
            <p:ph sz="quarter" idx="11" hasCustomPrompt="1"/>
          </p:nvPr>
        </p:nvSpPr>
        <p:spPr>
          <a:xfrm>
            <a:off x="8169196" y="2066731"/>
            <a:ext cx="3108391" cy="3867538"/>
          </a:xfrm>
        </p:spPr>
        <p:txBody>
          <a:bodyPr lIns="0">
            <a:normAutofit/>
          </a:bodyPr>
          <a:lstStyle>
            <a:lvl1pPr marL="0" indent="0">
              <a:lnSpc>
                <a:spcPct val="100000"/>
              </a:lnSpc>
              <a:spcAft>
                <a:spcPts val="600"/>
              </a:spcAft>
              <a:buNone/>
              <a:defRPr sz="2000"/>
            </a:lvl1pPr>
            <a:lvl2pPr marL="800100" indent="-342900">
              <a:lnSpc>
                <a:spcPct val="100000"/>
              </a:lnSpc>
              <a:spcAft>
                <a:spcPts val="600"/>
              </a:spcAft>
              <a:buFont typeface="Arial" panose="020B0604020202020204" pitchFamily="34" charset="0"/>
              <a:buChar char="•"/>
              <a:defRPr sz="2000"/>
            </a:lvl2pPr>
            <a:lvl3pPr marL="1257300" indent="-342900">
              <a:buFont typeface="Arial" panose="020B0604020202020204" pitchFamily="34" charset="0"/>
              <a:buChar char="•"/>
              <a:defRPr sz="2000"/>
            </a:lvl3pPr>
            <a:lvl4pPr marL="1714500" indent="-342900">
              <a:buFont typeface="Arial" panose="020B0604020202020204" pitchFamily="34" charset="0"/>
              <a:buChar char="•"/>
              <a:defRPr sz="2000"/>
            </a:lvl4pPr>
            <a:lvl5pPr marL="2171700" indent="-342900">
              <a:buFont typeface="Arial" panose="020B0604020202020204" pitchFamily="34" charset="0"/>
              <a:buChar char="•"/>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Slide Number Placeholder 5">
            <a:extLst>
              <a:ext uri="{FF2B5EF4-FFF2-40B4-BE49-F238E27FC236}">
                <a16:creationId xmlns:a16="http://schemas.microsoft.com/office/drawing/2014/main" id="{8814D5F7-E70A-5F97-5C8F-95B9E1B6D492}"/>
              </a:ext>
            </a:extLst>
          </p:cNvPr>
          <p:cNvSpPr>
            <a:spLocks noGrp="1"/>
          </p:cNvSpPr>
          <p:nvPr>
            <p:ph type="sldNum" sz="quarter" idx="15"/>
          </p:nvPr>
        </p:nvSpPr>
        <p:spPr>
          <a:xfrm>
            <a:off x="412136" y="5943601"/>
            <a:ext cx="968983" cy="651912"/>
          </a:xfrm>
        </p:spPr>
        <p:txBody>
          <a:bodyPr/>
          <a:lstStyle/>
          <a:p>
            <a:fld id="{18D65601-5AE2-46FC-B138-694DDD2B510D}" type="slidenum">
              <a:rPr lang="en-US" smtClean="0"/>
              <a:pPr/>
              <a:t>‹#›</a:t>
            </a:fld>
            <a:endParaRPr lang="en-US" dirty="0"/>
          </a:p>
        </p:txBody>
      </p:sp>
    </p:spTree>
    <p:extLst>
      <p:ext uri="{BB962C8B-B14F-4D97-AF65-F5344CB8AC3E}">
        <p14:creationId xmlns:p14="http://schemas.microsoft.com/office/powerpoint/2010/main" val="85281403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and Table">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94389812-0415-9025-AB21-4503F7DF3AB5}"/>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6" name="Straight Connector 5">
            <a:extLst>
              <a:ext uri="{FF2B5EF4-FFF2-40B4-BE49-F238E27FC236}">
                <a16:creationId xmlns:a16="http://schemas.microsoft.com/office/drawing/2014/main" id="{6459A5A0-86AD-344B-A0E4-6C55958151EE}"/>
              </a:ext>
              <a:ext uri="{C183D7F6-B498-43B3-948B-1728B52AA6E4}">
                <adec:decorative xmlns:adec="http://schemas.microsoft.com/office/drawing/2017/decorative" val="1"/>
              </a:ext>
            </a:extLst>
          </p:cNvPr>
          <p:cNvCxnSpPr>
            <a:cxnSpLocks/>
          </p:cNvCxnSpPr>
          <p:nvPr userDrawn="1"/>
        </p:nvCxnSpPr>
        <p:spPr>
          <a:xfrm>
            <a:off x="896628" y="0"/>
            <a:ext cx="0" cy="5943600"/>
          </a:xfrm>
          <a:prstGeom prst="line">
            <a:avLst/>
          </a:prstGeom>
          <a:ln w="19050">
            <a:solidFill>
              <a:schemeClr val="accent6">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7" name="Title 6">
            <a:extLst>
              <a:ext uri="{FF2B5EF4-FFF2-40B4-BE49-F238E27FC236}">
                <a16:creationId xmlns:a16="http://schemas.microsoft.com/office/drawing/2014/main" id="{75B3424C-4925-A7F7-02CD-84526B2E22EF}"/>
              </a:ext>
            </a:extLst>
          </p:cNvPr>
          <p:cNvSpPr>
            <a:spLocks noGrp="1"/>
          </p:cNvSpPr>
          <p:nvPr>
            <p:ph type="title" hasCustomPrompt="1"/>
          </p:nvPr>
        </p:nvSpPr>
        <p:spPr>
          <a:xfrm>
            <a:off x="1468814" y="503852"/>
            <a:ext cx="9808773" cy="1427585"/>
          </a:xfrm>
        </p:spPr>
        <p:txBody>
          <a:bodyPr lIns="0">
            <a:normAutofit/>
          </a:bodyPr>
          <a:lstStyle>
            <a:lvl1pPr>
              <a:defRPr sz="3600"/>
            </a:lvl1pPr>
          </a:lstStyle>
          <a:p>
            <a:r>
              <a:rPr lang="en-US" dirty="0"/>
              <a:t>Click to add title</a:t>
            </a:r>
          </a:p>
        </p:txBody>
      </p:sp>
      <p:sp>
        <p:nvSpPr>
          <p:cNvPr id="9" name="Table Placeholder 8">
            <a:extLst>
              <a:ext uri="{FF2B5EF4-FFF2-40B4-BE49-F238E27FC236}">
                <a16:creationId xmlns:a16="http://schemas.microsoft.com/office/drawing/2014/main" id="{CB43608F-0A38-CF4A-4B3B-F1212E786FDE}"/>
              </a:ext>
            </a:extLst>
          </p:cNvPr>
          <p:cNvSpPr>
            <a:spLocks noGrp="1"/>
          </p:cNvSpPr>
          <p:nvPr>
            <p:ph type="tbl" sz="quarter" idx="10"/>
          </p:nvPr>
        </p:nvSpPr>
        <p:spPr>
          <a:xfrm>
            <a:off x="1487488" y="2057400"/>
            <a:ext cx="9790112" cy="3886200"/>
          </a:xfrm>
        </p:spPr>
        <p:txBody>
          <a:bodyPr>
            <a:normAutofit/>
          </a:bodyPr>
          <a:lstStyle>
            <a:lvl1pPr>
              <a:defRPr sz="2400"/>
            </a:lvl1pPr>
          </a:lstStyle>
          <a:p>
            <a:r>
              <a:rPr lang="en-US"/>
              <a:t>Click icon to add table</a:t>
            </a:r>
            <a:endParaRPr lang="en-US" dirty="0"/>
          </a:p>
        </p:txBody>
      </p:sp>
      <p:sp>
        <p:nvSpPr>
          <p:cNvPr id="2" name="Slide Number Placeholder 5">
            <a:extLst>
              <a:ext uri="{FF2B5EF4-FFF2-40B4-BE49-F238E27FC236}">
                <a16:creationId xmlns:a16="http://schemas.microsoft.com/office/drawing/2014/main" id="{05DA3688-07D1-82D9-6818-C95E9A69C2F1}"/>
              </a:ext>
            </a:extLst>
          </p:cNvPr>
          <p:cNvSpPr>
            <a:spLocks noGrp="1"/>
          </p:cNvSpPr>
          <p:nvPr>
            <p:ph type="sldNum" sz="quarter" idx="15"/>
          </p:nvPr>
        </p:nvSpPr>
        <p:spPr>
          <a:xfrm>
            <a:off x="412136" y="5943601"/>
            <a:ext cx="968983" cy="651912"/>
          </a:xfrm>
        </p:spPr>
        <p:txBody>
          <a:bodyPr/>
          <a:lstStyle/>
          <a:p>
            <a:fld id="{18D65601-5AE2-46FC-B138-694DDD2B510D}" type="slidenum">
              <a:rPr lang="en-US" smtClean="0"/>
              <a:pPr/>
              <a:t>‹#›</a:t>
            </a:fld>
            <a:endParaRPr lang="en-US" dirty="0"/>
          </a:p>
        </p:txBody>
      </p:sp>
    </p:spTree>
    <p:extLst>
      <p:ext uri="{BB962C8B-B14F-4D97-AF65-F5344CB8AC3E}">
        <p14:creationId xmlns:p14="http://schemas.microsoft.com/office/powerpoint/2010/main" val="269135728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hank you 1">
    <p:bg>
      <p:bgPr>
        <a:solidFill>
          <a:schemeClr val="accent2">
            <a:lumMod val="50000"/>
          </a:schemeClr>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1B5E70F-EF03-B535-2505-BC971E3BC36D}"/>
              </a:ext>
              <a:ext uri="{C183D7F6-B498-43B3-948B-1728B52AA6E4}">
                <adec:decorative xmlns:adec="http://schemas.microsoft.com/office/drawing/2017/decorative" val="1"/>
              </a:ext>
            </a:extLst>
          </p:cNvPr>
          <p:cNvSpPr/>
          <p:nvPr userDrawn="1"/>
        </p:nvSpPr>
        <p:spPr>
          <a:xfrm>
            <a:off x="0" y="5943600"/>
            <a:ext cx="914400" cy="914400"/>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3" name="Straight Connector 2">
            <a:extLst>
              <a:ext uri="{FF2B5EF4-FFF2-40B4-BE49-F238E27FC236}">
                <a16:creationId xmlns:a16="http://schemas.microsoft.com/office/drawing/2014/main" id="{8794424E-93DD-A404-D05E-EF6030A76D3B}"/>
              </a:ext>
              <a:ext uri="{C183D7F6-B498-43B3-948B-1728B52AA6E4}">
                <adec:decorative xmlns:adec="http://schemas.microsoft.com/office/drawing/2017/decorative" val="1"/>
              </a:ext>
            </a:extLst>
          </p:cNvPr>
          <p:cNvCxnSpPr>
            <a:cxnSpLocks/>
          </p:cNvCxnSpPr>
          <p:nvPr userDrawn="1"/>
        </p:nvCxnSpPr>
        <p:spPr>
          <a:xfrm>
            <a:off x="896628" y="0"/>
            <a:ext cx="0" cy="6858000"/>
          </a:xfrm>
          <a:prstGeom prst="line">
            <a:avLst/>
          </a:prstGeom>
          <a:ln w="19050">
            <a:solidFill>
              <a:schemeClr val="accent5">
                <a:lumMod val="20000"/>
                <a:lumOff val="80000"/>
              </a:schemeClr>
            </a:solidFill>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B03A3B6B-5129-A46A-A20C-5D7BC706C9B1}"/>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itle 7">
            <a:extLst>
              <a:ext uri="{FF2B5EF4-FFF2-40B4-BE49-F238E27FC236}">
                <a16:creationId xmlns:a16="http://schemas.microsoft.com/office/drawing/2014/main" id="{24E401A1-8CEE-5E1B-343B-D737433AE63F}"/>
              </a:ext>
            </a:extLst>
          </p:cNvPr>
          <p:cNvSpPr>
            <a:spLocks noGrp="1"/>
          </p:cNvSpPr>
          <p:nvPr>
            <p:ph type="title" hasCustomPrompt="1"/>
          </p:nvPr>
        </p:nvSpPr>
        <p:spPr>
          <a:xfrm>
            <a:off x="1317614" y="690511"/>
            <a:ext cx="4964671" cy="5253089"/>
          </a:xfrm>
        </p:spPr>
        <p:txBody>
          <a:bodyPr anchor="b">
            <a:normAutofit/>
          </a:bodyPr>
          <a:lstStyle>
            <a:lvl1pPr>
              <a:defRPr sz="6000">
                <a:solidFill>
                  <a:schemeClr val="bg1"/>
                </a:solidFill>
              </a:defRPr>
            </a:lvl1pPr>
          </a:lstStyle>
          <a:p>
            <a:r>
              <a:rPr lang="en-US" dirty="0"/>
              <a:t>Click to add title</a:t>
            </a:r>
          </a:p>
        </p:txBody>
      </p:sp>
      <p:sp>
        <p:nvSpPr>
          <p:cNvPr id="10" name="Content Placeholder 9">
            <a:extLst>
              <a:ext uri="{FF2B5EF4-FFF2-40B4-BE49-F238E27FC236}">
                <a16:creationId xmlns:a16="http://schemas.microsoft.com/office/drawing/2014/main" id="{AD608249-3D60-D3B2-68C5-778D0EA18F2D}"/>
              </a:ext>
            </a:extLst>
          </p:cNvPr>
          <p:cNvSpPr>
            <a:spLocks noGrp="1"/>
          </p:cNvSpPr>
          <p:nvPr>
            <p:ph sz="quarter" idx="10" hasCustomPrompt="1"/>
          </p:nvPr>
        </p:nvSpPr>
        <p:spPr>
          <a:xfrm>
            <a:off x="6282286" y="690465"/>
            <a:ext cx="4784372" cy="5253089"/>
          </a:xfrm>
        </p:spPr>
        <p:txBody>
          <a:bodyPr anchor="ctr">
            <a:normAutofit/>
          </a:bodyPr>
          <a:lstStyle>
            <a:lvl1pPr marL="0" indent="0">
              <a:lnSpc>
                <a:spcPct val="100000"/>
              </a:lnSpc>
              <a:spcBef>
                <a:spcPts val="0"/>
              </a:spcBef>
              <a:spcAft>
                <a:spcPts val="1200"/>
              </a:spcAft>
              <a:buNone/>
              <a:defRPr sz="2000">
                <a:solidFill>
                  <a:schemeClr val="bg1"/>
                </a:solidFill>
              </a:defRPr>
            </a:lvl1pPr>
            <a:lvl2pPr marL="742950" indent="-285750">
              <a:lnSpc>
                <a:spcPct val="100000"/>
              </a:lnSpc>
              <a:spcBef>
                <a:spcPts val="0"/>
              </a:spcBef>
              <a:spcAft>
                <a:spcPts val="1200"/>
              </a:spcAft>
              <a:buFont typeface="Arial" panose="020B0604020202020204" pitchFamily="34" charset="0"/>
              <a:buChar char="•"/>
              <a:defRPr sz="1800">
                <a:solidFill>
                  <a:schemeClr val="bg1"/>
                </a:solidFill>
              </a:defRPr>
            </a:lvl2pPr>
            <a:lvl3pPr marL="1200150" indent="-285750">
              <a:lnSpc>
                <a:spcPct val="100000"/>
              </a:lnSpc>
              <a:spcBef>
                <a:spcPts val="0"/>
              </a:spcBef>
              <a:spcAft>
                <a:spcPts val="1200"/>
              </a:spcAft>
              <a:buFont typeface="Arial" panose="020B0604020202020204" pitchFamily="34" charset="0"/>
              <a:buChar char="•"/>
              <a:defRPr sz="1600">
                <a:solidFill>
                  <a:schemeClr val="bg1"/>
                </a:solidFill>
              </a:defRPr>
            </a:lvl3pPr>
            <a:lvl4pPr marL="1657350" indent="-285750">
              <a:lnSpc>
                <a:spcPct val="100000"/>
              </a:lnSpc>
              <a:spcBef>
                <a:spcPts val="0"/>
              </a:spcBef>
              <a:spcAft>
                <a:spcPts val="1200"/>
              </a:spcAft>
              <a:buFont typeface="Arial" panose="020B0604020202020204" pitchFamily="34" charset="0"/>
              <a:buChar char="•"/>
              <a:defRPr sz="1400">
                <a:solidFill>
                  <a:schemeClr val="bg1"/>
                </a:solidFill>
              </a:defRPr>
            </a:lvl4pPr>
            <a:lvl5pPr marL="2114550" indent="-285750">
              <a:lnSpc>
                <a:spcPct val="100000"/>
              </a:lnSpc>
              <a:spcBef>
                <a:spcPts val="0"/>
              </a:spcBef>
              <a:spcAft>
                <a:spcPts val="1200"/>
              </a:spcAft>
              <a:buFont typeface="Arial" panose="020B0604020202020204" pitchFamily="34" charset="0"/>
              <a:buChar char="•"/>
              <a:defRPr sz="1400">
                <a:solidFill>
                  <a:schemeClr val="bg1"/>
                </a:solidFill>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6437483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B82F216-62F1-7E0B-63FD-51C27CDAA1B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E61F31D-B959-2AD8-9208-FF08B574DB4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F32C8C7-5C6C-400B-AEC0-4D8178161BB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900" b="0" cap="all" spc="150" baseline="0">
                <a:solidFill>
                  <a:schemeClr val="bg2">
                    <a:lumMod val="50000"/>
                  </a:schemeClr>
                </a:solidFill>
                <a:latin typeface="Univers Light" panose="020B0403020202020204" pitchFamily="34" charset="0"/>
              </a:defRPr>
            </a:lvl1pPr>
          </a:lstStyle>
          <a:p>
            <a:endParaRPr lang="en-US" dirty="0"/>
          </a:p>
        </p:txBody>
      </p:sp>
      <p:sp>
        <p:nvSpPr>
          <p:cNvPr id="5" name="Footer Placeholder 4">
            <a:extLst>
              <a:ext uri="{FF2B5EF4-FFF2-40B4-BE49-F238E27FC236}">
                <a16:creationId xmlns:a16="http://schemas.microsoft.com/office/drawing/2014/main" id="{4B7105D6-7B52-4B7D-9473-BCD571A93A0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900" b="0" cap="all" spc="150" baseline="0">
                <a:solidFill>
                  <a:schemeClr val="bg2">
                    <a:lumMod val="50000"/>
                  </a:schemeClr>
                </a:solidFill>
                <a:latin typeface="Univers Light" panose="020B0403020202020204" pitchFamily="34" charset="0"/>
              </a:defRPr>
            </a:lvl1pPr>
          </a:lstStyle>
          <a:p>
            <a:endParaRPr lang="en-US" dirty="0"/>
          </a:p>
        </p:txBody>
      </p:sp>
      <p:sp>
        <p:nvSpPr>
          <p:cNvPr id="6" name="Slide Number Placeholder 5">
            <a:extLst>
              <a:ext uri="{FF2B5EF4-FFF2-40B4-BE49-F238E27FC236}">
                <a16:creationId xmlns:a16="http://schemas.microsoft.com/office/drawing/2014/main" id="{B13EAA0A-7090-4FA3-AD1C-CD4570404021}"/>
              </a:ext>
            </a:extLst>
          </p:cNvPr>
          <p:cNvSpPr>
            <a:spLocks noGrp="1"/>
          </p:cNvSpPr>
          <p:nvPr>
            <p:ph type="sldNum" sz="quarter" idx="4"/>
          </p:nvPr>
        </p:nvSpPr>
        <p:spPr>
          <a:xfrm>
            <a:off x="412136" y="5943601"/>
            <a:ext cx="968983" cy="651912"/>
          </a:xfrm>
          <a:prstGeom prst="rect">
            <a:avLst/>
          </a:prstGeom>
        </p:spPr>
        <p:txBody>
          <a:bodyPr vert="horz" lIns="91440" tIns="45720" rIns="91440" bIns="45720" rtlCol="0" anchor="ctr"/>
          <a:lstStyle>
            <a:lvl1pPr algn="ctr">
              <a:defRPr sz="1200" b="1" spc="150" baseline="0">
                <a:solidFill>
                  <a:schemeClr val="tx1"/>
                </a:solidFill>
                <a:latin typeface="+mn-lt"/>
              </a:defRPr>
            </a:lvl1pPr>
          </a:lstStyle>
          <a:p>
            <a:fld id="{18D65601-5AE2-46FC-B138-694DDD2B510D}" type="slidenum">
              <a:rPr lang="en-US" smtClean="0"/>
              <a:pPr/>
              <a:t>‹#›</a:t>
            </a:fld>
            <a:endParaRPr lang="en-US" dirty="0"/>
          </a:p>
        </p:txBody>
      </p:sp>
    </p:spTree>
    <p:extLst>
      <p:ext uri="{BB962C8B-B14F-4D97-AF65-F5344CB8AC3E}">
        <p14:creationId xmlns:p14="http://schemas.microsoft.com/office/powerpoint/2010/main" val="737433849"/>
      </p:ext>
    </p:extLst>
  </p:cSld>
  <p:clrMap bg1="lt1" tx1="dk1" bg2="lt2" tx2="dk2" accent1="accent1" accent2="accent2" accent3="accent3" accent4="accent4" accent5="accent5" accent6="accent6" hlink="hlink" folHlink="folHlink"/>
  <p:sldLayoutIdLst>
    <p:sldLayoutId id="2147483694" r:id="rId1"/>
    <p:sldLayoutId id="2147483693" r:id="rId2"/>
    <p:sldLayoutId id="2147483692" r:id="rId3"/>
    <p:sldLayoutId id="2147483691" r:id="rId4"/>
    <p:sldLayoutId id="2147483690" r:id="rId5"/>
    <p:sldLayoutId id="2147483689" r:id="rId6"/>
    <p:sldLayoutId id="2147483688" r:id="rId7"/>
    <p:sldLayoutId id="2147483687" r:id="rId8"/>
    <p:sldLayoutId id="2147483686" r:id="rId9"/>
    <p:sldLayoutId id="2147483685" r:id="rId10"/>
    <p:sldLayoutId id="2147483684" r:id="rId11"/>
    <p:sldLayoutId id="2147483682" r:id="rId12"/>
    <p:sldLayoutId id="2147483681" r:id="rId13"/>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454C9E-20FB-B999-9303-C71D1334BAD7}"/>
              </a:ext>
            </a:extLst>
          </p:cNvPr>
          <p:cNvSpPr>
            <a:spLocks noGrp="1"/>
          </p:cNvSpPr>
          <p:nvPr>
            <p:ph type="title"/>
          </p:nvPr>
        </p:nvSpPr>
        <p:spPr>
          <a:xfrm>
            <a:off x="1317615" y="690511"/>
            <a:ext cx="5576566" cy="5253089"/>
          </a:xfrm>
        </p:spPr>
        <p:txBody>
          <a:bodyPr/>
          <a:lstStyle/>
          <a:p>
            <a:r>
              <a:rPr lang="en-US" dirty="0"/>
              <a:t>Administrative Hearings and Petition for Reviews</a:t>
            </a:r>
          </a:p>
        </p:txBody>
      </p:sp>
    </p:spTree>
    <p:extLst>
      <p:ext uri="{BB962C8B-B14F-4D97-AF65-F5344CB8AC3E}">
        <p14:creationId xmlns:p14="http://schemas.microsoft.com/office/powerpoint/2010/main" val="33788224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D97761-0B88-A5E8-0B78-C39173D05F4D}"/>
              </a:ext>
            </a:extLst>
          </p:cNvPr>
          <p:cNvSpPr>
            <a:spLocks noGrp="1"/>
          </p:cNvSpPr>
          <p:nvPr>
            <p:ph type="title"/>
          </p:nvPr>
        </p:nvSpPr>
        <p:spPr>
          <a:xfrm>
            <a:off x="1455583" y="737115"/>
            <a:ext cx="4640418" cy="5407091"/>
          </a:xfrm>
        </p:spPr>
        <p:txBody>
          <a:bodyPr/>
          <a:lstStyle/>
          <a:p>
            <a:r>
              <a:rPr lang="en-US" dirty="0"/>
              <a:t>Administrative (ADMIN) Hearings</a:t>
            </a:r>
          </a:p>
        </p:txBody>
      </p:sp>
      <p:sp>
        <p:nvSpPr>
          <p:cNvPr id="3" name="Content Placeholder 2">
            <a:extLst>
              <a:ext uri="{FF2B5EF4-FFF2-40B4-BE49-F238E27FC236}">
                <a16:creationId xmlns:a16="http://schemas.microsoft.com/office/drawing/2014/main" id="{02BA04E6-CD61-B962-4287-DEC1993C32D6}"/>
              </a:ext>
            </a:extLst>
          </p:cNvPr>
          <p:cNvSpPr>
            <a:spLocks noGrp="1"/>
          </p:cNvSpPr>
          <p:nvPr>
            <p:ph sz="quarter" idx="12"/>
          </p:nvPr>
        </p:nvSpPr>
        <p:spPr>
          <a:xfrm>
            <a:off x="6388461" y="737115"/>
            <a:ext cx="4449712" cy="5407091"/>
          </a:xfrm>
        </p:spPr>
        <p:txBody>
          <a:bodyPr>
            <a:normAutofit fontScale="92500" lnSpcReduction="20000"/>
          </a:bodyPr>
          <a:lstStyle/>
          <a:p>
            <a:r>
              <a:rPr lang="en-US" dirty="0"/>
              <a:t>If your BAC level is .08% or more (or, for minors, a BAC level of .020% or more), a police officer will take your license and give you a Notice of Suspension/Revocation. </a:t>
            </a:r>
          </a:p>
          <a:p>
            <a:r>
              <a:rPr lang="en-US" dirty="0"/>
              <a:t>This notice tells you that you will not be eligible to legally drive (your license will be suspended or revoked) after 15 days. </a:t>
            </a:r>
          </a:p>
          <a:p>
            <a:r>
              <a:rPr lang="en-US" dirty="0"/>
              <a:t>The notice includes a 15-day driving permit that you may get if the officer indicates this on the notice.</a:t>
            </a:r>
          </a:p>
          <a:p>
            <a:r>
              <a:rPr lang="en-US" dirty="0"/>
              <a:t> The notice also includes a form that allows you to request a hearing.  If you are granted a hearing, you may continue to legally drive until 15 days after a decision is mailed to you.</a:t>
            </a:r>
          </a:p>
          <a:p>
            <a:r>
              <a:rPr lang="en-US" dirty="0"/>
              <a:t>Strict 15-day time-period to request the hearing</a:t>
            </a:r>
          </a:p>
        </p:txBody>
      </p:sp>
      <p:sp>
        <p:nvSpPr>
          <p:cNvPr id="4" name="Slide Number Placeholder 3">
            <a:extLst>
              <a:ext uri="{FF2B5EF4-FFF2-40B4-BE49-F238E27FC236}">
                <a16:creationId xmlns:a16="http://schemas.microsoft.com/office/drawing/2014/main" id="{2CD4601E-33F5-5714-867D-A0B584DA7C11}"/>
              </a:ext>
            </a:extLst>
          </p:cNvPr>
          <p:cNvSpPr>
            <a:spLocks noGrp="1"/>
          </p:cNvSpPr>
          <p:nvPr>
            <p:ph type="sldNum" sz="quarter" idx="15"/>
          </p:nvPr>
        </p:nvSpPr>
        <p:spPr/>
        <p:txBody>
          <a:bodyPr/>
          <a:lstStyle/>
          <a:p>
            <a:fld id="{18D65601-5AE2-46FC-B138-694DDD2B510D}" type="slidenum">
              <a:rPr lang="en-US" smtClean="0"/>
              <a:pPr/>
              <a:t>2</a:t>
            </a:fld>
            <a:endParaRPr lang="en-US" dirty="0"/>
          </a:p>
        </p:txBody>
      </p:sp>
    </p:spTree>
    <p:extLst>
      <p:ext uri="{BB962C8B-B14F-4D97-AF65-F5344CB8AC3E}">
        <p14:creationId xmlns:p14="http://schemas.microsoft.com/office/powerpoint/2010/main" val="16074552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9D0E47E-D228-15EB-5886-33E9AA181D03}"/>
              </a:ext>
            </a:extLst>
          </p:cNvPr>
          <p:cNvSpPr>
            <a:spLocks noGrp="1"/>
          </p:cNvSpPr>
          <p:nvPr>
            <p:ph type="title"/>
          </p:nvPr>
        </p:nvSpPr>
        <p:spPr/>
        <p:txBody>
          <a:bodyPr/>
          <a:lstStyle/>
          <a:p>
            <a:r>
              <a:rPr lang="en-US" dirty="0"/>
              <a:t>The Hearing</a:t>
            </a:r>
          </a:p>
        </p:txBody>
      </p:sp>
      <p:sp>
        <p:nvSpPr>
          <p:cNvPr id="6" name="Content Placeholder 5">
            <a:extLst>
              <a:ext uri="{FF2B5EF4-FFF2-40B4-BE49-F238E27FC236}">
                <a16:creationId xmlns:a16="http://schemas.microsoft.com/office/drawing/2014/main" id="{ED32FCB9-00FA-34FE-510A-A406D6F4F785}"/>
              </a:ext>
            </a:extLst>
          </p:cNvPr>
          <p:cNvSpPr>
            <a:spLocks noGrp="1"/>
          </p:cNvSpPr>
          <p:nvPr>
            <p:ph sz="quarter" idx="12"/>
          </p:nvPr>
        </p:nvSpPr>
        <p:spPr/>
        <p:txBody>
          <a:bodyPr/>
          <a:lstStyle/>
          <a:p>
            <a:r>
              <a:rPr lang="en-US" dirty="0"/>
              <a:t>Done over the phone unless request an in-person hearing</a:t>
            </a:r>
          </a:p>
          <a:p>
            <a:r>
              <a:rPr lang="en-US" dirty="0"/>
              <a:t>The other party is an attorney from the Department of Revenue</a:t>
            </a:r>
          </a:p>
          <a:p>
            <a:r>
              <a:rPr lang="en-US" dirty="0"/>
              <a:t>What must be shown to have a suspension/revocation upheld? </a:t>
            </a:r>
          </a:p>
          <a:p>
            <a:pPr lvl="1"/>
            <a:r>
              <a:rPr lang="en-US" dirty="0"/>
              <a:t>That our client was arrested upon probable cause to believe they were driving motor vehicle with blood or breath over .08%</a:t>
            </a:r>
          </a:p>
        </p:txBody>
      </p:sp>
    </p:spTree>
    <p:extLst>
      <p:ext uri="{BB962C8B-B14F-4D97-AF65-F5344CB8AC3E}">
        <p14:creationId xmlns:p14="http://schemas.microsoft.com/office/powerpoint/2010/main" val="37521184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DEBC60-AA38-5DEF-3160-0CAA68F3D28C}"/>
              </a:ext>
            </a:extLst>
          </p:cNvPr>
          <p:cNvSpPr>
            <a:spLocks noGrp="1"/>
          </p:cNvSpPr>
          <p:nvPr>
            <p:ph type="title"/>
          </p:nvPr>
        </p:nvSpPr>
        <p:spPr>
          <a:xfrm>
            <a:off x="1468815" y="503852"/>
            <a:ext cx="9150675" cy="1427585"/>
          </a:xfrm>
        </p:spPr>
        <p:txBody>
          <a:bodyPr/>
          <a:lstStyle/>
          <a:p>
            <a:r>
              <a:rPr lang="en-US" dirty="0"/>
              <a:t>Potential Arguments at an ADMIN Hearing</a:t>
            </a:r>
            <a:endParaRPr lang="en-ZA" dirty="0"/>
          </a:p>
        </p:txBody>
      </p:sp>
      <p:sp>
        <p:nvSpPr>
          <p:cNvPr id="3" name="Content Placeholder 2">
            <a:extLst>
              <a:ext uri="{FF2B5EF4-FFF2-40B4-BE49-F238E27FC236}">
                <a16:creationId xmlns:a16="http://schemas.microsoft.com/office/drawing/2014/main" id="{1EBEE570-1B5E-FFD1-485D-D77E4E6FE7C0}"/>
              </a:ext>
            </a:extLst>
          </p:cNvPr>
          <p:cNvSpPr>
            <a:spLocks noGrp="1"/>
          </p:cNvSpPr>
          <p:nvPr>
            <p:ph sz="quarter" idx="12"/>
          </p:nvPr>
        </p:nvSpPr>
        <p:spPr>
          <a:xfrm>
            <a:off x="1450153" y="2108722"/>
            <a:ext cx="8552264" cy="4119463"/>
          </a:xfrm>
        </p:spPr>
        <p:txBody>
          <a:bodyPr>
            <a:normAutofit fontScale="77500" lnSpcReduction="20000"/>
          </a:bodyPr>
          <a:lstStyle/>
          <a:p>
            <a:r>
              <a:rPr lang="en-US" dirty="0"/>
              <a:t>Defendant was arrested without probable cause</a:t>
            </a:r>
          </a:p>
          <a:p>
            <a:r>
              <a:rPr lang="en-US" dirty="0"/>
              <a:t>Foundational arguments for the BAC evidence</a:t>
            </a:r>
          </a:p>
          <a:p>
            <a:pPr lvl="1"/>
            <a:r>
              <a:rPr lang="en-US" dirty="0"/>
              <a:t>Missouri Department of Health and Social Services</a:t>
            </a:r>
          </a:p>
          <a:p>
            <a:pPr lvl="2"/>
            <a:r>
              <a:rPr lang="en-US" dirty="0"/>
              <a:t>Breath Operators shall be operated in strict compliance with procedures set forth in 19 CSR 25-30.060</a:t>
            </a:r>
          </a:p>
          <a:p>
            <a:pPr lvl="2"/>
            <a:r>
              <a:rPr lang="en-US" dirty="0"/>
              <a:t>Chemical Test must be administered by law enforcement holding a valid permit as required by Section 577.020 </a:t>
            </a:r>
            <a:r>
              <a:rPr lang="en-US" dirty="0" err="1"/>
              <a:t>RSMo</a:t>
            </a:r>
            <a:r>
              <a:rPr lang="en-US" dirty="0"/>
              <a:t> </a:t>
            </a:r>
          </a:p>
          <a:p>
            <a:pPr lvl="2"/>
            <a:r>
              <a:rPr lang="en-US" dirty="0"/>
              <a:t>Machine was not properly functioning nor calibrated properly </a:t>
            </a:r>
          </a:p>
          <a:p>
            <a:pPr lvl="2"/>
            <a:r>
              <a:rPr lang="en-US" dirty="0"/>
              <a:t>Samples of blood, saliva, or urine not collected under approved methods in 19 CSR 25-30.70</a:t>
            </a:r>
          </a:p>
          <a:p>
            <a:pPr lvl="3"/>
            <a:r>
              <a:rPr lang="en-US" dirty="0"/>
              <a:t>Or Sections 577.001-577.041 in RSMO </a:t>
            </a:r>
          </a:p>
          <a:p>
            <a:pPr lvl="1"/>
            <a:r>
              <a:rPr lang="en-US" dirty="0"/>
              <a:t>Procedures not followed under operation guide for the model of breathalyzer</a:t>
            </a:r>
          </a:p>
          <a:p>
            <a:pPr lvl="2"/>
            <a:r>
              <a:rPr lang="en-US" dirty="0"/>
              <a:t>i.e. machine says invalid sample and officer did not wait the additional 15-minute observation period </a:t>
            </a:r>
          </a:p>
          <a:p>
            <a:pPr lvl="3"/>
            <a:endParaRPr lang="en-US" dirty="0"/>
          </a:p>
          <a:p>
            <a:pPr lvl="3"/>
            <a:endParaRPr lang="en-US" dirty="0"/>
          </a:p>
        </p:txBody>
      </p:sp>
      <p:sp>
        <p:nvSpPr>
          <p:cNvPr id="4" name="Slide Number Placeholder 3">
            <a:extLst>
              <a:ext uri="{FF2B5EF4-FFF2-40B4-BE49-F238E27FC236}">
                <a16:creationId xmlns:a16="http://schemas.microsoft.com/office/drawing/2014/main" id="{527C964F-E2D5-D8E7-C513-C47A7E409DF3}"/>
              </a:ext>
            </a:extLst>
          </p:cNvPr>
          <p:cNvSpPr>
            <a:spLocks noGrp="1"/>
          </p:cNvSpPr>
          <p:nvPr>
            <p:ph type="sldNum" sz="quarter" idx="15"/>
          </p:nvPr>
        </p:nvSpPr>
        <p:spPr/>
        <p:txBody>
          <a:bodyPr/>
          <a:lstStyle/>
          <a:p>
            <a:fld id="{18D65601-5AE2-46FC-B138-694DDD2B510D}" type="slidenum">
              <a:rPr lang="en-US" smtClean="0"/>
              <a:pPr/>
              <a:t>4</a:t>
            </a:fld>
            <a:endParaRPr lang="en-US" dirty="0"/>
          </a:p>
        </p:txBody>
      </p:sp>
    </p:spTree>
    <p:extLst>
      <p:ext uri="{BB962C8B-B14F-4D97-AF65-F5344CB8AC3E}">
        <p14:creationId xmlns:p14="http://schemas.microsoft.com/office/powerpoint/2010/main" val="29061523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1B60B6-8383-B98F-F0F7-6205BAA5BBFB}"/>
              </a:ext>
            </a:extLst>
          </p:cNvPr>
          <p:cNvSpPr>
            <a:spLocks noGrp="1"/>
          </p:cNvSpPr>
          <p:nvPr>
            <p:ph type="title"/>
          </p:nvPr>
        </p:nvSpPr>
        <p:spPr/>
        <p:txBody>
          <a:bodyPr/>
          <a:lstStyle/>
          <a:p>
            <a:r>
              <a:rPr lang="en-US" dirty="0"/>
              <a:t>Trial de Novo</a:t>
            </a:r>
          </a:p>
        </p:txBody>
      </p:sp>
      <p:sp>
        <p:nvSpPr>
          <p:cNvPr id="4" name="Content Placeholder 3">
            <a:extLst>
              <a:ext uri="{FF2B5EF4-FFF2-40B4-BE49-F238E27FC236}">
                <a16:creationId xmlns:a16="http://schemas.microsoft.com/office/drawing/2014/main" id="{C5E8B683-EEB7-24DB-AFDF-786CCE6F7CC3}"/>
              </a:ext>
            </a:extLst>
          </p:cNvPr>
          <p:cNvSpPr>
            <a:spLocks noGrp="1"/>
          </p:cNvSpPr>
          <p:nvPr>
            <p:ph sz="quarter" idx="11"/>
          </p:nvPr>
        </p:nvSpPr>
        <p:spPr>
          <a:xfrm>
            <a:off x="1468814" y="1794915"/>
            <a:ext cx="9911848" cy="4800598"/>
          </a:xfrm>
        </p:spPr>
        <p:txBody>
          <a:bodyPr>
            <a:normAutofit lnSpcReduction="10000"/>
          </a:bodyPr>
          <a:lstStyle/>
          <a:p>
            <a:r>
              <a:rPr lang="en-US" dirty="0"/>
              <a:t>If we lose an Administrative Hearing, you can file a petition for a trial de Novo in the county the DWI occurred in</a:t>
            </a:r>
          </a:p>
          <a:p>
            <a:r>
              <a:rPr lang="en-US" dirty="0"/>
              <a:t>The petition must be filed by the time the suspension or revocation is going to hit a client’s driving record. This date is given on the final order received when you win or lose an administrative hearing</a:t>
            </a:r>
          </a:p>
          <a:p>
            <a:r>
              <a:rPr lang="en-US" dirty="0"/>
              <a:t>You must plead why you are requesting the trial </a:t>
            </a:r>
          </a:p>
          <a:p>
            <a:pPr marL="342900" indent="-342900">
              <a:buFont typeface="Arial" panose="020B0604020202020204" pitchFamily="34" charset="0"/>
              <a:buChar char="•"/>
            </a:pPr>
            <a:r>
              <a:rPr lang="en-US" dirty="0"/>
              <a:t>i.e. Officer did not have a valid permit, machine not working properly, etc. </a:t>
            </a:r>
          </a:p>
          <a:p>
            <a:r>
              <a:rPr lang="en-US" dirty="0"/>
              <a:t>Then you have a hearing in court and court decides on whether suspension/revocation should be upheld</a:t>
            </a:r>
          </a:p>
          <a:p>
            <a:pPr marL="342900" indent="-342900">
              <a:buFont typeface="Arial" panose="020B0604020202020204" pitchFamily="34" charset="0"/>
              <a:buChar char="•"/>
            </a:pPr>
            <a:r>
              <a:rPr lang="en-US" dirty="0"/>
              <a:t>While this hearing is pending, the suspension/revocation still goes into place. It will only be removed if you win this hearing. </a:t>
            </a:r>
          </a:p>
          <a:p>
            <a:pPr marL="342900" indent="-342900">
              <a:buFont typeface="Arial" panose="020B0604020202020204" pitchFamily="34" charset="0"/>
              <a:buChar char="•"/>
            </a:pPr>
            <a:endParaRPr lang="en-US" dirty="0"/>
          </a:p>
        </p:txBody>
      </p:sp>
      <p:sp>
        <p:nvSpPr>
          <p:cNvPr id="5" name="Slide Number Placeholder 4">
            <a:extLst>
              <a:ext uri="{FF2B5EF4-FFF2-40B4-BE49-F238E27FC236}">
                <a16:creationId xmlns:a16="http://schemas.microsoft.com/office/drawing/2014/main" id="{F94B89D8-D431-1B8F-B551-06D28F04C192}"/>
              </a:ext>
            </a:extLst>
          </p:cNvPr>
          <p:cNvSpPr>
            <a:spLocks noGrp="1"/>
          </p:cNvSpPr>
          <p:nvPr>
            <p:ph type="sldNum" sz="quarter" idx="15"/>
          </p:nvPr>
        </p:nvSpPr>
        <p:spPr/>
        <p:txBody>
          <a:bodyPr/>
          <a:lstStyle/>
          <a:p>
            <a:fld id="{18D65601-5AE2-46FC-B138-694DDD2B510D}" type="slidenum">
              <a:rPr lang="en-US" smtClean="0"/>
              <a:pPr/>
              <a:t>5</a:t>
            </a:fld>
            <a:endParaRPr lang="en-US" dirty="0"/>
          </a:p>
        </p:txBody>
      </p:sp>
    </p:spTree>
    <p:extLst>
      <p:ext uri="{BB962C8B-B14F-4D97-AF65-F5344CB8AC3E}">
        <p14:creationId xmlns:p14="http://schemas.microsoft.com/office/powerpoint/2010/main" val="37974949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061384-8C2A-AC46-D296-2DF95CBF10BB}"/>
              </a:ext>
            </a:extLst>
          </p:cNvPr>
          <p:cNvSpPr>
            <a:spLocks noGrp="1"/>
          </p:cNvSpPr>
          <p:nvPr>
            <p:ph type="title"/>
          </p:nvPr>
        </p:nvSpPr>
        <p:spPr>
          <a:xfrm>
            <a:off x="1038031" y="1068169"/>
            <a:ext cx="10115939" cy="2681549"/>
          </a:xfrm>
        </p:spPr>
        <p:txBody>
          <a:bodyPr/>
          <a:lstStyle/>
          <a:p>
            <a:r>
              <a:rPr lang="en-US" dirty="0"/>
              <a:t>Petition for Review Hearing</a:t>
            </a:r>
            <a:endParaRPr lang="en-ZA" dirty="0"/>
          </a:p>
        </p:txBody>
      </p:sp>
      <p:sp>
        <p:nvSpPr>
          <p:cNvPr id="3" name="Text Placeholder 2">
            <a:extLst>
              <a:ext uri="{FF2B5EF4-FFF2-40B4-BE49-F238E27FC236}">
                <a16:creationId xmlns:a16="http://schemas.microsoft.com/office/drawing/2014/main" id="{FEF606B8-D15C-3916-2C66-49DEC593A3C2}"/>
              </a:ext>
            </a:extLst>
          </p:cNvPr>
          <p:cNvSpPr>
            <a:spLocks noGrp="1"/>
          </p:cNvSpPr>
          <p:nvPr>
            <p:ph type="body" sz="quarter" idx="12"/>
          </p:nvPr>
        </p:nvSpPr>
        <p:spPr>
          <a:xfrm>
            <a:off x="1038031" y="4027047"/>
            <a:ext cx="10115939" cy="1762783"/>
          </a:xfrm>
        </p:spPr>
        <p:txBody>
          <a:bodyPr/>
          <a:lstStyle/>
          <a:p>
            <a:endParaRPr lang="en-US" dirty="0"/>
          </a:p>
        </p:txBody>
      </p:sp>
    </p:spTree>
    <p:extLst>
      <p:ext uri="{BB962C8B-B14F-4D97-AF65-F5344CB8AC3E}">
        <p14:creationId xmlns:p14="http://schemas.microsoft.com/office/powerpoint/2010/main" val="401133406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86F71E8-8D71-9405-3A01-01C3B8F86877}"/>
              </a:ext>
            </a:extLst>
          </p:cNvPr>
          <p:cNvSpPr>
            <a:spLocks noGrp="1"/>
          </p:cNvSpPr>
          <p:nvPr>
            <p:ph type="title"/>
          </p:nvPr>
        </p:nvSpPr>
        <p:spPr>
          <a:xfrm>
            <a:off x="1468814" y="503852"/>
            <a:ext cx="9808773" cy="1427585"/>
          </a:xfrm>
        </p:spPr>
        <p:txBody>
          <a:bodyPr/>
          <a:lstStyle/>
          <a:p>
            <a:r>
              <a:rPr lang="en-US" dirty="0"/>
              <a:t>What is a Petition For Review?</a:t>
            </a:r>
            <a:endParaRPr lang="en-ZA" dirty="0"/>
          </a:p>
        </p:txBody>
      </p:sp>
      <p:sp>
        <p:nvSpPr>
          <p:cNvPr id="4" name="Content Placeholder 3">
            <a:extLst>
              <a:ext uri="{FF2B5EF4-FFF2-40B4-BE49-F238E27FC236}">
                <a16:creationId xmlns:a16="http://schemas.microsoft.com/office/drawing/2014/main" id="{392C90C5-5198-C255-02F9-1608AA49E088}"/>
              </a:ext>
            </a:extLst>
          </p:cNvPr>
          <p:cNvSpPr>
            <a:spLocks noGrp="1"/>
          </p:cNvSpPr>
          <p:nvPr>
            <p:ph sz="quarter" idx="12"/>
          </p:nvPr>
        </p:nvSpPr>
        <p:spPr>
          <a:xfrm>
            <a:off x="1468814" y="2057401"/>
            <a:ext cx="4627186" cy="4119463"/>
          </a:xfrm>
        </p:spPr>
        <p:txBody>
          <a:bodyPr>
            <a:normAutofit fontScale="92500" lnSpcReduction="10000"/>
          </a:bodyPr>
          <a:lstStyle/>
          <a:p>
            <a:r>
              <a:rPr lang="en-US" dirty="0"/>
              <a:t>Under </a:t>
            </a:r>
            <a:r>
              <a:rPr lang="en-US" dirty="0" err="1"/>
              <a:t>RSMo</a:t>
            </a:r>
            <a:r>
              <a:rPr lang="en-US" dirty="0"/>
              <a:t> 302.574, </a:t>
            </a:r>
          </a:p>
          <a:p>
            <a:r>
              <a:rPr lang="en-US" dirty="0"/>
              <a:t>When you are arrested for a driving while intoxicated offense, a police officer will ask you to submit to a chemical test to determine your blood alcohol content or drug level. While the state of Missouri deems you to have consented to such testing under its "implied consent" law, you may refuse to submit to the test.</a:t>
            </a:r>
          </a:p>
          <a:p>
            <a:r>
              <a:rPr lang="en-US" dirty="0"/>
              <a:t>However, if you refuse to take the alcohol or drug test, your Missouri driving privilege will be revoked for one year. This is known as a "Chemical Revocation".</a:t>
            </a:r>
          </a:p>
        </p:txBody>
      </p:sp>
      <p:sp>
        <p:nvSpPr>
          <p:cNvPr id="2" name="Content Placeholder 1">
            <a:extLst>
              <a:ext uri="{FF2B5EF4-FFF2-40B4-BE49-F238E27FC236}">
                <a16:creationId xmlns:a16="http://schemas.microsoft.com/office/drawing/2014/main" id="{C7992593-AF79-3D1E-E253-0765DF0F513F}"/>
              </a:ext>
            </a:extLst>
          </p:cNvPr>
          <p:cNvSpPr>
            <a:spLocks noGrp="1"/>
          </p:cNvSpPr>
          <p:nvPr>
            <p:ph sz="quarter" idx="11"/>
          </p:nvPr>
        </p:nvSpPr>
        <p:spPr>
          <a:xfrm>
            <a:off x="6668185" y="2057401"/>
            <a:ext cx="4609399" cy="4119463"/>
          </a:xfrm>
        </p:spPr>
        <p:txBody>
          <a:bodyPr>
            <a:normAutofit lnSpcReduction="10000"/>
          </a:bodyPr>
          <a:lstStyle/>
          <a:p>
            <a:r>
              <a:rPr lang="en-US" dirty="0"/>
              <a:t>To appeal this revocation, </a:t>
            </a:r>
          </a:p>
          <a:p>
            <a:r>
              <a:rPr lang="en-US" dirty="0"/>
              <a:t>A petition for review (PFR) must be file within 30 days from the date the Notice of Revocation is issued.</a:t>
            </a:r>
          </a:p>
          <a:p>
            <a:r>
              <a:rPr lang="en-US" dirty="0"/>
              <a:t>Notice of Revocation allows you to drive for only 15 days after Notice is Received, need a Stay Order to continue driving after those initial 15 days</a:t>
            </a:r>
          </a:p>
          <a:p>
            <a:r>
              <a:rPr lang="en-US" dirty="0"/>
              <a:t>Appears on driving record as “Chemical Action” </a:t>
            </a:r>
          </a:p>
          <a:p>
            <a:endParaRPr lang="en-US" dirty="0"/>
          </a:p>
        </p:txBody>
      </p:sp>
      <p:sp>
        <p:nvSpPr>
          <p:cNvPr id="5" name="Slide Number Placeholder 4">
            <a:extLst>
              <a:ext uri="{FF2B5EF4-FFF2-40B4-BE49-F238E27FC236}">
                <a16:creationId xmlns:a16="http://schemas.microsoft.com/office/drawing/2014/main" id="{A34518A5-1C9D-79F3-349C-3E7AAFD98951}"/>
              </a:ext>
            </a:extLst>
          </p:cNvPr>
          <p:cNvSpPr>
            <a:spLocks noGrp="1"/>
          </p:cNvSpPr>
          <p:nvPr>
            <p:ph type="sldNum" sz="quarter" idx="15"/>
          </p:nvPr>
        </p:nvSpPr>
        <p:spPr/>
        <p:txBody>
          <a:bodyPr/>
          <a:lstStyle/>
          <a:p>
            <a:fld id="{18D65601-5AE2-46FC-B138-694DDD2B510D}" type="slidenum">
              <a:rPr lang="en-US" smtClean="0"/>
              <a:pPr/>
              <a:t>7</a:t>
            </a:fld>
            <a:endParaRPr lang="en-US" dirty="0"/>
          </a:p>
        </p:txBody>
      </p:sp>
    </p:spTree>
    <p:extLst>
      <p:ext uri="{BB962C8B-B14F-4D97-AF65-F5344CB8AC3E}">
        <p14:creationId xmlns:p14="http://schemas.microsoft.com/office/powerpoint/2010/main" val="5543824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3C15354-374E-4710-792F-592E588BAAE2}"/>
              </a:ext>
            </a:extLst>
          </p:cNvPr>
          <p:cNvSpPr>
            <a:spLocks noGrp="1"/>
          </p:cNvSpPr>
          <p:nvPr>
            <p:ph type="title"/>
          </p:nvPr>
        </p:nvSpPr>
        <p:spPr>
          <a:xfrm>
            <a:off x="1468814" y="503852"/>
            <a:ext cx="9808773" cy="1427585"/>
          </a:xfrm>
        </p:spPr>
        <p:txBody>
          <a:bodyPr/>
          <a:lstStyle/>
          <a:p>
            <a:r>
              <a:rPr lang="en-US" dirty="0"/>
              <a:t>Potential Arguments to win a Petition for Review</a:t>
            </a:r>
            <a:endParaRPr lang="en-ZA" dirty="0"/>
          </a:p>
        </p:txBody>
      </p:sp>
      <p:sp>
        <p:nvSpPr>
          <p:cNvPr id="4" name="Content Placeholder 3">
            <a:extLst>
              <a:ext uri="{FF2B5EF4-FFF2-40B4-BE49-F238E27FC236}">
                <a16:creationId xmlns:a16="http://schemas.microsoft.com/office/drawing/2014/main" id="{685D951B-D6C0-AB0A-0FFD-23670BE643EE}"/>
              </a:ext>
            </a:extLst>
          </p:cNvPr>
          <p:cNvSpPr>
            <a:spLocks noGrp="1"/>
          </p:cNvSpPr>
          <p:nvPr>
            <p:ph sz="quarter" idx="12"/>
          </p:nvPr>
        </p:nvSpPr>
        <p:spPr>
          <a:xfrm>
            <a:off x="1468814" y="2057401"/>
            <a:ext cx="10311049" cy="4119463"/>
          </a:xfrm>
        </p:spPr>
        <p:txBody>
          <a:bodyPr/>
          <a:lstStyle/>
          <a:p>
            <a:r>
              <a:rPr lang="en-US" dirty="0"/>
              <a:t>Client not arrested with probable cause </a:t>
            </a:r>
          </a:p>
          <a:p>
            <a:r>
              <a:rPr lang="en-US" dirty="0"/>
              <a:t>Officer did not read Client Implied Consent</a:t>
            </a:r>
          </a:p>
          <a:p>
            <a:r>
              <a:rPr lang="en-US" dirty="0"/>
              <a:t>Client asked for an attorney and was not given 20 minutes to speak with one</a:t>
            </a:r>
          </a:p>
          <a:p>
            <a:r>
              <a:rPr lang="en-US" dirty="0"/>
              <a:t>Client did not refuse</a:t>
            </a:r>
          </a:p>
        </p:txBody>
      </p:sp>
      <p:sp>
        <p:nvSpPr>
          <p:cNvPr id="5" name="Slide Number Placeholder 4">
            <a:extLst>
              <a:ext uri="{FF2B5EF4-FFF2-40B4-BE49-F238E27FC236}">
                <a16:creationId xmlns:a16="http://schemas.microsoft.com/office/drawing/2014/main" id="{25756543-DA8C-CEE2-0E13-19DE61C1349B}"/>
              </a:ext>
            </a:extLst>
          </p:cNvPr>
          <p:cNvSpPr>
            <a:spLocks noGrp="1"/>
          </p:cNvSpPr>
          <p:nvPr>
            <p:ph type="sldNum" sz="quarter" idx="15"/>
          </p:nvPr>
        </p:nvSpPr>
        <p:spPr/>
        <p:txBody>
          <a:bodyPr/>
          <a:lstStyle/>
          <a:p>
            <a:fld id="{18D65601-5AE2-46FC-B138-694DDD2B510D}" type="slidenum">
              <a:rPr lang="en-US" smtClean="0"/>
              <a:pPr/>
              <a:t>8</a:t>
            </a:fld>
            <a:endParaRPr lang="en-US" dirty="0"/>
          </a:p>
        </p:txBody>
      </p:sp>
    </p:spTree>
    <p:extLst>
      <p:ext uri="{BB962C8B-B14F-4D97-AF65-F5344CB8AC3E}">
        <p14:creationId xmlns:p14="http://schemas.microsoft.com/office/powerpoint/2010/main" val="23020101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52EF1C1-5933-D909-38D2-D22F630A85FE}"/>
              </a:ext>
            </a:extLst>
          </p:cNvPr>
          <p:cNvSpPr>
            <a:spLocks noGrp="1"/>
          </p:cNvSpPr>
          <p:nvPr>
            <p:ph type="title"/>
          </p:nvPr>
        </p:nvSpPr>
        <p:spPr>
          <a:xfrm>
            <a:off x="1468814" y="503852"/>
            <a:ext cx="9808773" cy="1427585"/>
          </a:xfrm>
        </p:spPr>
        <p:txBody>
          <a:bodyPr/>
          <a:lstStyle/>
          <a:p>
            <a:r>
              <a:rPr lang="en-US" dirty="0"/>
              <a:t>Confessions and Stay Orders</a:t>
            </a:r>
            <a:endParaRPr lang="en-ZA" dirty="0"/>
          </a:p>
        </p:txBody>
      </p:sp>
      <p:sp>
        <p:nvSpPr>
          <p:cNvPr id="2" name="Slide Number Placeholder 1">
            <a:extLst>
              <a:ext uri="{FF2B5EF4-FFF2-40B4-BE49-F238E27FC236}">
                <a16:creationId xmlns:a16="http://schemas.microsoft.com/office/drawing/2014/main" id="{C1D94129-1999-7159-E6E3-7D6C478655BD}"/>
              </a:ext>
            </a:extLst>
          </p:cNvPr>
          <p:cNvSpPr>
            <a:spLocks noGrp="1"/>
          </p:cNvSpPr>
          <p:nvPr>
            <p:ph type="sldNum" sz="quarter" idx="15"/>
          </p:nvPr>
        </p:nvSpPr>
        <p:spPr>
          <a:xfrm>
            <a:off x="412136" y="5943601"/>
            <a:ext cx="968983" cy="651912"/>
          </a:xfrm>
        </p:spPr>
        <p:txBody>
          <a:bodyPr/>
          <a:lstStyle/>
          <a:p>
            <a:fld id="{18D65601-5AE2-46FC-B138-694DDD2B510D}" type="slidenum">
              <a:rPr lang="en-US" smtClean="0"/>
              <a:pPr/>
              <a:t>9</a:t>
            </a:fld>
            <a:endParaRPr lang="en-US" dirty="0"/>
          </a:p>
        </p:txBody>
      </p:sp>
      <p:sp>
        <p:nvSpPr>
          <p:cNvPr id="3" name="Content Placeholder 2">
            <a:extLst>
              <a:ext uri="{FF2B5EF4-FFF2-40B4-BE49-F238E27FC236}">
                <a16:creationId xmlns:a16="http://schemas.microsoft.com/office/drawing/2014/main" id="{43B3004F-891E-E0B4-FC2D-A5949EC33A3D}"/>
              </a:ext>
            </a:extLst>
          </p:cNvPr>
          <p:cNvSpPr>
            <a:spLocks noGrp="1"/>
          </p:cNvSpPr>
          <p:nvPr>
            <p:ph sz="quarter" idx="11"/>
          </p:nvPr>
        </p:nvSpPr>
        <p:spPr>
          <a:xfrm>
            <a:off x="1381119" y="1697502"/>
            <a:ext cx="9896463" cy="4800598"/>
          </a:xfrm>
        </p:spPr>
        <p:txBody>
          <a:bodyPr>
            <a:normAutofit lnSpcReduction="10000"/>
          </a:bodyPr>
          <a:lstStyle/>
          <a:p>
            <a:r>
              <a:rPr lang="en-US" dirty="0"/>
              <a:t>Court can deny a client a stay order when awaiting a Petition for Review Hearing </a:t>
            </a:r>
          </a:p>
          <a:p>
            <a:r>
              <a:rPr lang="en-US" dirty="0"/>
              <a:t>Some counties (Jefferson, St. Charles, and St. Louis County) will “confess” a chemical action on a person’s driving record if the plead guilty to the underlying DWI charge. If a chemical action is confessed, it will be removed from the driving record and no revocation term will have to be served</a:t>
            </a:r>
          </a:p>
          <a:p>
            <a:pPr marL="342900" indent="-342900">
              <a:buFont typeface="Arial" panose="020B0604020202020204" pitchFamily="34" charset="0"/>
              <a:buChar char="•"/>
            </a:pPr>
            <a:r>
              <a:rPr lang="en-US" dirty="0"/>
              <a:t>Each county has specific terms they want met for a confession, they usually send us a letter detailing what terms the probation conditions for the underlying DWI must include for them to confess the chemical action </a:t>
            </a:r>
          </a:p>
          <a:p>
            <a:r>
              <a:rPr lang="en-US" dirty="0"/>
              <a:t>Other counties may agree to “backdate” a revocation. </a:t>
            </a:r>
          </a:p>
          <a:p>
            <a:pPr marL="342900" indent="-342900">
              <a:buFont typeface="Arial" panose="020B0604020202020204" pitchFamily="34" charset="0"/>
              <a:buChar char="•"/>
            </a:pPr>
            <a:r>
              <a:rPr lang="en-US" dirty="0"/>
              <a:t>For example, Franklin county will often agree to backdate a revocation 3-6 months. We dismiss the petition for review with language in the memorandum stating that the revocation is to have shown as started 3-6 months previously so then the client only has a revocation lasting 6-9 months </a:t>
            </a:r>
          </a:p>
        </p:txBody>
      </p:sp>
    </p:spTree>
    <p:extLst>
      <p:ext uri="{BB962C8B-B14F-4D97-AF65-F5344CB8AC3E}">
        <p14:creationId xmlns:p14="http://schemas.microsoft.com/office/powerpoint/2010/main" val="8225065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BFFCC8-C04D-0071-3B14-4AF828E000B0}"/>
              </a:ext>
            </a:extLst>
          </p:cNvPr>
          <p:cNvSpPr>
            <a:spLocks noGrp="1"/>
          </p:cNvSpPr>
          <p:nvPr>
            <p:ph type="title"/>
          </p:nvPr>
        </p:nvSpPr>
        <p:spPr>
          <a:xfrm>
            <a:off x="1468814" y="503852"/>
            <a:ext cx="9808773" cy="1427585"/>
          </a:xfrm>
        </p:spPr>
        <p:txBody>
          <a:bodyPr/>
          <a:lstStyle/>
          <a:p>
            <a:r>
              <a:rPr lang="en-US" dirty="0"/>
              <a:t>If you have a petition for review hearing and lose</a:t>
            </a:r>
            <a:endParaRPr lang="en-ZA" dirty="0"/>
          </a:p>
        </p:txBody>
      </p:sp>
      <p:sp>
        <p:nvSpPr>
          <p:cNvPr id="6" name="Content Placeholder 5">
            <a:extLst>
              <a:ext uri="{FF2B5EF4-FFF2-40B4-BE49-F238E27FC236}">
                <a16:creationId xmlns:a16="http://schemas.microsoft.com/office/drawing/2014/main" id="{9F0E1748-5A63-CCAD-65B2-FB5DB78846F2}"/>
              </a:ext>
            </a:extLst>
          </p:cNvPr>
          <p:cNvSpPr>
            <a:spLocks noGrp="1"/>
          </p:cNvSpPr>
          <p:nvPr>
            <p:ph sz="quarter" idx="10"/>
          </p:nvPr>
        </p:nvSpPr>
        <p:spPr>
          <a:xfrm>
            <a:off x="1468814" y="2066731"/>
            <a:ext cx="9023762" cy="3867538"/>
          </a:xfrm>
        </p:spPr>
        <p:txBody>
          <a:bodyPr>
            <a:normAutofit/>
          </a:bodyPr>
          <a:lstStyle/>
          <a:p>
            <a:r>
              <a:rPr lang="en-US" dirty="0"/>
              <a:t>The remedy is to file a motion for rehearing on the case</a:t>
            </a:r>
          </a:p>
          <a:p>
            <a:pPr lvl="1"/>
            <a:r>
              <a:rPr lang="en-US" dirty="0"/>
              <a:t>Sometimes when you have the original hearing, the judge will ask if you waive this right, make sure to NOT waive this right if you know if you lose that you would want a rehearing</a:t>
            </a:r>
          </a:p>
          <a:p>
            <a:pPr lvl="1"/>
            <a:r>
              <a:rPr lang="en-US" dirty="0"/>
              <a:t>Have 30 days to file from notice of decision on case</a:t>
            </a:r>
          </a:p>
        </p:txBody>
      </p:sp>
      <p:sp>
        <p:nvSpPr>
          <p:cNvPr id="3" name="Slide Number Placeholder 2">
            <a:extLst>
              <a:ext uri="{FF2B5EF4-FFF2-40B4-BE49-F238E27FC236}">
                <a16:creationId xmlns:a16="http://schemas.microsoft.com/office/drawing/2014/main" id="{D9D6A759-37B6-1E14-BD05-D652BEECEA33}"/>
              </a:ext>
            </a:extLst>
          </p:cNvPr>
          <p:cNvSpPr>
            <a:spLocks noGrp="1"/>
          </p:cNvSpPr>
          <p:nvPr>
            <p:ph type="sldNum" sz="quarter" idx="15"/>
          </p:nvPr>
        </p:nvSpPr>
        <p:spPr/>
        <p:txBody>
          <a:bodyPr/>
          <a:lstStyle/>
          <a:p>
            <a:fld id="{18D65601-5AE2-46FC-B138-694DDD2B510D}" type="slidenum">
              <a:rPr lang="en-US" smtClean="0"/>
              <a:pPr/>
              <a:t>10</a:t>
            </a:fld>
            <a:endParaRPr lang="en-US" dirty="0"/>
          </a:p>
        </p:txBody>
      </p:sp>
    </p:spTree>
    <p:extLst>
      <p:ext uri="{BB962C8B-B14F-4D97-AF65-F5344CB8AC3E}">
        <p14:creationId xmlns:p14="http://schemas.microsoft.com/office/powerpoint/2010/main" val="952135350"/>
      </p:ext>
    </p:extLst>
  </p:cSld>
  <p:clrMapOvr>
    <a:masterClrMapping/>
  </p:clrMapOvr>
</p:sld>
</file>

<file path=ppt/theme/theme1.xml><?xml version="1.0" encoding="utf-8"?>
<a:theme xmlns:a="http://schemas.openxmlformats.org/drawingml/2006/main" name="Custom">
  <a:themeElements>
    <a:clrScheme name="Custom 23">
      <a:dk1>
        <a:sysClr val="windowText" lastClr="000000"/>
      </a:dk1>
      <a:lt1>
        <a:sysClr val="window" lastClr="FFFFFF"/>
      </a:lt1>
      <a:dk2>
        <a:srgbClr val="44546A"/>
      </a:dk2>
      <a:lt2>
        <a:srgbClr val="E7E6E6"/>
      </a:lt2>
      <a:accent1>
        <a:srgbClr val="58696B"/>
      </a:accent1>
      <a:accent2>
        <a:srgbClr val="95B8BF"/>
      </a:accent2>
      <a:accent3>
        <a:srgbClr val="BFD4D9"/>
      </a:accent3>
      <a:accent4>
        <a:srgbClr val="5B4839"/>
      </a:accent4>
      <a:accent5>
        <a:srgbClr val="C3A398"/>
      </a:accent5>
      <a:accent6>
        <a:srgbClr val="CA553E"/>
      </a:accent6>
      <a:hlink>
        <a:srgbClr val="0563C1"/>
      </a:hlink>
      <a:folHlink>
        <a:srgbClr val="954F72"/>
      </a:folHlink>
    </a:clrScheme>
    <a:fontScheme name="Custom 30">
      <a:majorFont>
        <a:latin typeface="Tisa Offc Serif Pro"/>
        <a:ea typeface=""/>
        <a:cs typeface=""/>
      </a:majorFont>
      <a:minorFont>
        <a:latin typeface="Univers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ln>
          <a:solidFill>
            <a:schemeClr val="accent5">
              <a:lumMod val="20000"/>
              <a:lumOff val="80000"/>
            </a:schemeClr>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TM78544816_Win32_SL_V10" id="{8934A6D9-B969-498F-A646-4B502FD69C4E}" vid="{AA78C1C8-456D-41A9-83FC-BC8B9A8EE3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6DE3707C-8CAB-4302-B7E1-D32E1543E05C}">
  <ds:schemaRefs>
    <ds:schemaRef ds:uri="http://schemas.microsoft.com/sharepoint/v3/contenttype/forms"/>
  </ds:schemaRefs>
</ds:datastoreItem>
</file>

<file path=customXml/itemProps2.xml><?xml version="1.0" encoding="utf-8"?>
<ds:datastoreItem xmlns:ds="http://schemas.openxmlformats.org/officeDocument/2006/customXml" ds:itemID="{B69E9DE5-EFFE-4262-A023-32732F0B666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3FDB7358-0BCB-4DEB-B717-C1D7CC555F05}">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{B420F22A-EB7E-4B18-A454-B6D24087485D}TF3977e381-cba5-49b1-ba43-b5d865517af907ebbda9_win32-372d4d6ae720</Template>
  <TotalTime>53</TotalTime>
  <Words>929</Words>
  <Application>Microsoft Office PowerPoint</Application>
  <PresentationFormat>Widescreen</PresentationFormat>
  <Paragraphs>61</Paragraphs>
  <Slides>10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Arial</vt:lpstr>
      <vt:lpstr>Calibri</vt:lpstr>
      <vt:lpstr>Tisa Offc Serif Pro</vt:lpstr>
      <vt:lpstr>Univers Light</vt:lpstr>
      <vt:lpstr>Custom</vt:lpstr>
      <vt:lpstr>Administrative Hearings and Petition for Reviews</vt:lpstr>
      <vt:lpstr>Administrative (ADMIN) Hearings</vt:lpstr>
      <vt:lpstr>The Hearing</vt:lpstr>
      <vt:lpstr>Potential Arguments at an ADMIN Hearing</vt:lpstr>
      <vt:lpstr>Trial de Novo</vt:lpstr>
      <vt:lpstr>Petition for Review Hearing</vt:lpstr>
      <vt:lpstr>What is a Petition For Review?</vt:lpstr>
      <vt:lpstr>Potential Arguments to win a Petition for Review</vt:lpstr>
      <vt:lpstr>Confessions and Stay Orders</vt:lpstr>
      <vt:lpstr>If you have a petition for review hearing and lose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Leigh Hawk</dc:creator>
  <cp:lastModifiedBy>Leigh Hawk</cp:lastModifiedBy>
  <cp:revision>1</cp:revision>
  <dcterms:created xsi:type="dcterms:W3CDTF">2025-12-17T19:23:40Z</dcterms:created>
  <dcterms:modified xsi:type="dcterms:W3CDTF">2025-12-17T20:16:53Z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